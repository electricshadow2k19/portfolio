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107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ata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ata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9.svg"/><Relationship Id="rId1" Type="http://schemas.openxmlformats.org/officeDocument/2006/relationships/image" Target="../media/image18.svg"/><Relationship Id="rId5" Type="http://schemas.openxmlformats.org/officeDocument/2006/relationships/image" Target="../media/image21.svg"/><Relationship Id="rId4" Type="http://schemas.openxmlformats.org/officeDocument/2006/relationships/image" Target="../media/image20.svg"/></Relationships>
</file>

<file path=ppt/diagrams/_rels/data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rawing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9.svg"/><Relationship Id="rId1" Type="http://schemas.openxmlformats.org/officeDocument/2006/relationships/image" Target="../media/image18.svg"/><Relationship Id="rId5" Type="http://schemas.openxmlformats.org/officeDocument/2006/relationships/image" Target="../media/image21.svg"/><Relationship Id="rId4" Type="http://schemas.openxmlformats.org/officeDocument/2006/relationships/image" Target="../media/image20.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2E0D00-AD72-4649-8EB4-71A03E91833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D5CDDDA-884A-4309-8B49-3F0DE743FA6E}">
      <dgm:prSet/>
      <dgm:spPr/>
      <dgm:t>
        <a:bodyPr/>
        <a:lstStyle/>
        <a:p>
          <a:r>
            <a:rPr lang="en-US"/>
            <a:t>• A neural network is a collection of interconnected neurons organized in layers.</a:t>
          </a:r>
        </a:p>
      </dgm:t>
    </dgm:pt>
    <dgm:pt modelId="{5C5F5038-C7FE-4CB4-819B-9841B028C583}" type="parTrans" cxnId="{FD92C615-0D29-408B-83B3-2C6D1D3262EF}">
      <dgm:prSet/>
      <dgm:spPr/>
      <dgm:t>
        <a:bodyPr/>
        <a:lstStyle/>
        <a:p>
          <a:endParaRPr lang="en-US"/>
        </a:p>
      </dgm:t>
    </dgm:pt>
    <dgm:pt modelId="{08375CE2-946A-4EC6-BA29-7E013AA6E531}" type="sibTrans" cxnId="{FD92C615-0D29-408B-83B3-2C6D1D3262EF}">
      <dgm:prSet/>
      <dgm:spPr/>
      <dgm:t>
        <a:bodyPr/>
        <a:lstStyle/>
        <a:p>
          <a:endParaRPr lang="en-US"/>
        </a:p>
      </dgm:t>
    </dgm:pt>
    <dgm:pt modelId="{0491D689-8D8B-49C6-BE0D-863DF6338C9F}">
      <dgm:prSet/>
      <dgm:spPr/>
      <dgm:t>
        <a:bodyPr/>
        <a:lstStyle/>
        <a:p>
          <a:r>
            <a:rPr lang="en-US"/>
            <a:t>• It learns patterns by adjusting weights based on training data.</a:t>
          </a:r>
        </a:p>
      </dgm:t>
    </dgm:pt>
    <dgm:pt modelId="{CE661BD1-0821-47EB-97A5-EFED5D9B1DCB}" type="parTrans" cxnId="{C8D4BFCF-AC9F-454A-B3A2-47C2E8CA80C1}">
      <dgm:prSet/>
      <dgm:spPr/>
      <dgm:t>
        <a:bodyPr/>
        <a:lstStyle/>
        <a:p>
          <a:endParaRPr lang="en-US"/>
        </a:p>
      </dgm:t>
    </dgm:pt>
    <dgm:pt modelId="{A2A72E7B-C2B2-4186-8C3C-4FCB008DFED9}" type="sibTrans" cxnId="{C8D4BFCF-AC9F-454A-B3A2-47C2E8CA80C1}">
      <dgm:prSet/>
      <dgm:spPr/>
      <dgm:t>
        <a:bodyPr/>
        <a:lstStyle/>
        <a:p>
          <a:endParaRPr lang="en-US"/>
        </a:p>
      </dgm:t>
    </dgm:pt>
    <dgm:pt modelId="{80AFD7D2-1F6C-4710-96DD-7CD2842E996E}">
      <dgm:prSet/>
      <dgm:spPr/>
      <dgm:t>
        <a:bodyPr/>
        <a:lstStyle/>
        <a:p>
          <a:r>
            <a:rPr lang="en-US"/>
            <a:t>• Used for image recognition, language understanding, recommendation systems, and prediction tasks.</a:t>
          </a:r>
        </a:p>
      </dgm:t>
    </dgm:pt>
    <dgm:pt modelId="{D4F48066-604B-4FA8-AAB5-858FF5C6346B}" type="parTrans" cxnId="{4B767A7D-9C48-456F-89F5-E73EAF5B8B8C}">
      <dgm:prSet/>
      <dgm:spPr/>
      <dgm:t>
        <a:bodyPr/>
        <a:lstStyle/>
        <a:p>
          <a:endParaRPr lang="en-US"/>
        </a:p>
      </dgm:t>
    </dgm:pt>
    <dgm:pt modelId="{224BCDC3-1B07-47FF-9AFB-A462F3ED5061}" type="sibTrans" cxnId="{4B767A7D-9C48-456F-89F5-E73EAF5B8B8C}">
      <dgm:prSet/>
      <dgm:spPr/>
      <dgm:t>
        <a:bodyPr/>
        <a:lstStyle/>
        <a:p>
          <a:endParaRPr lang="en-US"/>
        </a:p>
      </dgm:t>
    </dgm:pt>
    <dgm:pt modelId="{91A1F4E4-4E2D-4AC8-86A8-FE0DCFD119FF}">
      <dgm:prSet/>
      <dgm:spPr/>
      <dgm:t>
        <a:bodyPr/>
        <a:lstStyle/>
        <a:p>
          <a:r>
            <a:rPr lang="en-US"/>
            <a:t>(Diagram placeholder: Input → Hidden Layers → Output)</a:t>
          </a:r>
        </a:p>
      </dgm:t>
    </dgm:pt>
    <dgm:pt modelId="{52F20C32-FFB2-410A-9D99-3DAF991AFE2C}" type="parTrans" cxnId="{500D7B2C-6C7E-4A4F-BA84-BE02FB6828AE}">
      <dgm:prSet/>
      <dgm:spPr/>
      <dgm:t>
        <a:bodyPr/>
        <a:lstStyle/>
        <a:p>
          <a:endParaRPr lang="en-US"/>
        </a:p>
      </dgm:t>
    </dgm:pt>
    <dgm:pt modelId="{EA92D73D-9B81-45D5-AD19-F71DD2DA211A}" type="sibTrans" cxnId="{500D7B2C-6C7E-4A4F-BA84-BE02FB6828AE}">
      <dgm:prSet/>
      <dgm:spPr/>
      <dgm:t>
        <a:bodyPr/>
        <a:lstStyle/>
        <a:p>
          <a:endParaRPr lang="en-US"/>
        </a:p>
      </dgm:t>
    </dgm:pt>
    <dgm:pt modelId="{80BE3538-9C6F-4487-AEBE-321B4BDDA083}" type="pres">
      <dgm:prSet presAssocID="{F42E0D00-AD72-4649-8EB4-71A03E918336}" presName="root" presStyleCnt="0">
        <dgm:presLayoutVars>
          <dgm:dir/>
          <dgm:resizeHandles val="exact"/>
        </dgm:presLayoutVars>
      </dgm:prSet>
      <dgm:spPr/>
    </dgm:pt>
    <dgm:pt modelId="{75CB1C00-C50D-45E1-804E-84567036553B}" type="pres">
      <dgm:prSet presAssocID="{3D5CDDDA-884A-4309-8B49-3F0DE743FA6E}" presName="compNode" presStyleCnt="0"/>
      <dgm:spPr/>
    </dgm:pt>
    <dgm:pt modelId="{FA11ED38-4B4F-4B2E-81F2-330370E3BA8D}" type="pres">
      <dgm:prSet presAssocID="{3D5CDDDA-884A-4309-8B49-3F0DE743FA6E}"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a:ext>
      </dgm:extLst>
    </dgm:pt>
    <dgm:pt modelId="{A90317C1-7BB3-4958-9880-259839CCE56F}" type="pres">
      <dgm:prSet presAssocID="{3D5CDDDA-884A-4309-8B49-3F0DE743FA6E}" presName="spaceRect" presStyleCnt="0"/>
      <dgm:spPr/>
    </dgm:pt>
    <dgm:pt modelId="{A9DE7123-FB8F-4DFB-8057-4738277D3598}" type="pres">
      <dgm:prSet presAssocID="{3D5CDDDA-884A-4309-8B49-3F0DE743FA6E}" presName="textRect" presStyleLbl="revTx" presStyleIdx="0" presStyleCnt="4">
        <dgm:presLayoutVars>
          <dgm:chMax val="1"/>
          <dgm:chPref val="1"/>
        </dgm:presLayoutVars>
      </dgm:prSet>
      <dgm:spPr/>
    </dgm:pt>
    <dgm:pt modelId="{DB0634FF-0702-4099-B193-70A7A605BC10}" type="pres">
      <dgm:prSet presAssocID="{08375CE2-946A-4EC6-BA29-7E013AA6E531}" presName="sibTrans" presStyleCnt="0"/>
      <dgm:spPr/>
    </dgm:pt>
    <dgm:pt modelId="{DC8F7179-CFA6-4BA1-B88B-9D03FF98CB7B}" type="pres">
      <dgm:prSet presAssocID="{0491D689-8D8B-49C6-BE0D-863DF6338C9F}" presName="compNode" presStyleCnt="0"/>
      <dgm:spPr/>
    </dgm:pt>
    <dgm:pt modelId="{6356921E-974C-4F43-B8DD-4300FC4C9177}" type="pres">
      <dgm:prSet presAssocID="{0491D689-8D8B-49C6-BE0D-863DF6338C9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D35B0714-BB6B-435B-A412-84CE6A1D9C08}" type="pres">
      <dgm:prSet presAssocID="{0491D689-8D8B-49C6-BE0D-863DF6338C9F}" presName="spaceRect" presStyleCnt="0"/>
      <dgm:spPr/>
    </dgm:pt>
    <dgm:pt modelId="{C6332A7A-29FE-4DD5-8FBF-704EA9F3E519}" type="pres">
      <dgm:prSet presAssocID="{0491D689-8D8B-49C6-BE0D-863DF6338C9F}" presName="textRect" presStyleLbl="revTx" presStyleIdx="1" presStyleCnt="4">
        <dgm:presLayoutVars>
          <dgm:chMax val="1"/>
          <dgm:chPref val="1"/>
        </dgm:presLayoutVars>
      </dgm:prSet>
      <dgm:spPr/>
    </dgm:pt>
    <dgm:pt modelId="{80AC2318-A668-4DC6-A0E0-B06988F6D915}" type="pres">
      <dgm:prSet presAssocID="{A2A72E7B-C2B2-4186-8C3C-4FCB008DFED9}" presName="sibTrans" presStyleCnt="0"/>
      <dgm:spPr/>
    </dgm:pt>
    <dgm:pt modelId="{C6F08013-21F4-4D59-8319-EDDB72B24CE5}" type="pres">
      <dgm:prSet presAssocID="{80AFD7D2-1F6C-4710-96DD-7CD2842E996E}" presName="compNode" presStyleCnt="0"/>
      <dgm:spPr/>
    </dgm:pt>
    <dgm:pt modelId="{C37966AB-012F-4D97-B824-81A53BB8DCD8}" type="pres">
      <dgm:prSet presAssocID="{80AFD7D2-1F6C-4710-96DD-7CD2842E996E}"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erson with Idea"/>
        </a:ext>
      </dgm:extLst>
    </dgm:pt>
    <dgm:pt modelId="{B74C8986-F549-4D80-96C1-EBE408F09290}" type="pres">
      <dgm:prSet presAssocID="{80AFD7D2-1F6C-4710-96DD-7CD2842E996E}" presName="spaceRect" presStyleCnt="0"/>
      <dgm:spPr/>
    </dgm:pt>
    <dgm:pt modelId="{199714A1-868C-4A9A-B6BE-CD69A93736AD}" type="pres">
      <dgm:prSet presAssocID="{80AFD7D2-1F6C-4710-96DD-7CD2842E996E}" presName="textRect" presStyleLbl="revTx" presStyleIdx="2" presStyleCnt="4">
        <dgm:presLayoutVars>
          <dgm:chMax val="1"/>
          <dgm:chPref val="1"/>
        </dgm:presLayoutVars>
      </dgm:prSet>
      <dgm:spPr/>
    </dgm:pt>
    <dgm:pt modelId="{E7CF6DD8-30ED-4C12-A574-A3B68B1B7FCD}" type="pres">
      <dgm:prSet presAssocID="{224BCDC3-1B07-47FF-9AFB-A462F3ED5061}" presName="sibTrans" presStyleCnt="0"/>
      <dgm:spPr/>
    </dgm:pt>
    <dgm:pt modelId="{B7B95E06-3D6E-4ABC-8301-8597D1942688}" type="pres">
      <dgm:prSet presAssocID="{91A1F4E4-4E2D-4AC8-86A8-FE0DCFD119FF}" presName="compNode" presStyleCnt="0"/>
      <dgm:spPr/>
    </dgm:pt>
    <dgm:pt modelId="{4B38730D-922B-458E-84E7-ECD0A92B3228}" type="pres">
      <dgm:prSet presAssocID="{91A1F4E4-4E2D-4AC8-86A8-FE0DCFD119F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Diagram"/>
        </a:ext>
      </dgm:extLst>
    </dgm:pt>
    <dgm:pt modelId="{7731A6AE-4FC5-4C95-A2E9-3BD317DD4EE7}" type="pres">
      <dgm:prSet presAssocID="{91A1F4E4-4E2D-4AC8-86A8-FE0DCFD119FF}" presName="spaceRect" presStyleCnt="0"/>
      <dgm:spPr/>
    </dgm:pt>
    <dgm:pt modelId="{2CF5007C-78FC-4A73-9691-8053B82A0020}" type="pres">
      <dgm:prSet presAssocID="{91A1F4E4-4E2D-4AC8-86A8-FE0DCFD119FF}" presName="textRect" presStyleLbl="revTx" presStyleIdx="3" presStyleCnt="4">
        <dgm:presLayoutVars>
          <dgm:chMax val="1"/>
          <dgm:chPref val="1"/>
        </dgm:presLayoutVars>
      </dgm:prSet>
      <dgm:spPr/>
    </dgm:pt>
  </dgm:ptLst>
  <dgm:cxnLst>
    <dgm:cxn modelId="{FD92C615-0D29-408B-83B3-2C6D1D3262EF}" srcId="{F42E0D00-AD72-4649-8EB4-71A03E918336}" destId="{3D5CDDDA-884A-4309-8B49-3F0DE743FA6E}" srcOrd="0" destOrd="0" parTransId="{5C5F5038-C7FE-4CB4-819B-9841B028C583}" sibTransId="{08375CE2-946A-4EC6-BA29-7E013AA6E531}"/>
    <dgm:cxn modelId="{37F17A18-839C-4FA9-A1A7-09A8FF62CCE7}" type="presOf" srcId="{F42E0D00-AD72-4649-8EB4-71A03E918336}" destId="{80BE3538-9C6F-4487-AEBE-321B4BDDA083}" srcOrd="0" destOrd="0" presId="urn:microsoft.com/office/officeart/2018/2/layout/IconLabelList"/>
    <dgm:cxn modelId="{500D7B2C-6C7E-4A4F-BA84-BE02FB6828AE}" srcId="{F42E0D00-AD72-4649-8EB4-71A03E918336}" destId="{91A1F4E4-4E2D-4AC8-86A8-FE0DCFD119FF}" srcOrd="3" destOrd="0" parTransId="{52F20C32-FFB2-410A-9D99-3DAF991AFE2C}" sibTransId="{EA92D73D-9B81-45D5-AD19-F71DD2DA211A}"/>
    <dgm:cxn modelId="{4A64E33A-2E71-4C5D-B958-3E6271791B86}" type="presOf" srcId="{0491D689-8D8B-49C6-BE0D-863DF6338C9F}" destId="{C6332A7A-29FE-4DD5-8FBF-704EA9F3E519}" srcOrd="0" destOrd="0" presId="urn:microsoft.com/office/officeart/2018/2/layout/IconLabelList"/>
    <dgm:cxn modelId="{286B993F-2874-4502-B142-0EB77E5E5184}" type="presOf" srcId="{91A1F4E4-4E2D-4AC8-86A8-FE0DCFD119FF}" destId="{2CF5007C-78FC-4A73-9691-8053B82A0020}" srcOrd="0" destOrd="0" presId="urn:microsoft.com/office/officeart/2018/2/layout/IconLabelList"/>
    <dgm:cxn modelId="{15436571-9825-42B0-879E-1BBE92F47A1C}" type="presOf" srcId="{3D5CDDDA-884A-4309-8B49-3F0DE743FA6E}" destId="{A9DE7123-FB8F-4DFB-8057-4738277D3598}" srcOrd="0" destOrd="0" presId="urn:microsoft.com/office/officeart/2018/2/layout/IconLabelList"/>
    <dgm:cxn modelId="{4B767A7D-9C48-456F-89F5-E73EAF5B8B8C}" srcId="{F42E0D00-AD72-4649-8EB4-71A03E918336}" destId="{80AFD7D2-1F6C-4710-96DD-7CD2842E996E}" srcOrd="2" destOrd="0" parTransId="{D4F48066-604B-4FA8-AAB5-858FF5C6346B}" sibTransId="{224BCDC3-1B07-47FF-9AFB-A462F3ED5061}"/>
    <dgm:cxn modelId="{A0559785-C67B-4A93-A6D2-F1FFA2C3A261}" type="presOf" srcId="{80AFD7D2-1F6C-4710-96DD-7CD2842E996E}" destId="{199714A1-868C-4A9A-B6BE-CD69A93736AD}" srcOrd="0" destOrd="0" presId="urn:microsoft.com/office/officeart/2018/2/layout/IconLabelList"/>
    <dgm:cxn modelId="{C8D4BFCF-AC9F-454A-B3A2-47C2E8CA80C1}" srcId="{F42E0D00-AD72-4649-8EB4-71A03E918336}" destId="{0491D689-8D8B-49C6-BE0D-863DF6338C9F}" srcOrd="1" destOrd="0" parTransId="{CE661BD1-0821-47EB-97A5-EFED5D9B1DCB}" sibTransId="{A2A72E7B-C2B2-4186-8C3C-4FCB008DFED9}"/>
    <dgm:cxn modelId="{95EB244A-86FC-4DAB-8864-2681D64967D0}" type="presParOf" srcId="{80BE3538-9C6F-4487-AEBE-321B4BDDA083}" destId="{75CB1C00-C50D-45E1-804E-84567036553B}" srcOrd="0" destOrd="0" presId="urn:microsoft.com/office/officeart/2018/2/layout/IconLabelList"/>
    <dgm:cxn modelId="{8528E2D7-B049-461E-B74A-DACA738288FA}" type="presParOf" srcId="{75CB1C00-C50D-45E1-804E-84567036553B}" destId="{FA11ED38-4B4F-4B2E-81F2-330370E3BA8D}" srcOrd="0" destOrd="0" presId="urn:microsoft.com/office/officeart/2018/2/layout/IconLabelList"/>
    <dgm:cxn modelId="{99399593-6407-4C77-83C4-03A7A585BC37}" type="presParOf" srcId="{75CB1C00-C50D-45E1-804E-84567036553B}" destId="{A90317C1-7BB3-4958-9880-259839CCE56F}" srcOrd="1" destOrd="0" presId="urn:microsoft.com/office/officeart/2018/2/layout/IconLabelList"/>
    <dgm:cxn modelId="{7D3360A8-A018-4603-90FE-98377115D41C}" type="presParOf" srcId="{75CB1C00-C50D-45E1-804E-84567036553B}" destId="{A9DE7123-FB8F-4DFB-8057-4738277D3598}" srcOrd="2" destOrd="0" presId="urn:microsoft.com/office/officeart/2018/2/layout/IconLabelList"/>
    <dgm:cxn modelId="{1C5D3632-2B8D-4470-A6B9-7EE158097D74}" type="presParOf" srcId="{80BE3538-9C6F-4487-AEBE-321B4BDDA083}" destId="{DB0634FF-0702-4099-B193-70A7A605BC10}" srcOrd="1" destOrd="0" presId="urn:microsoft.com/office/officeart/2018/2/layout/IconLabelList"/>
    <dgm:cxn modelId="{9943FA40-66AD-4A53-AD0E-7A19B965D6CF}" type="presParOf" srcId="{80BE3538-9C6F-4487-AEBE-321B4BDDA083}" destId="{DC8F7179-CFA6-4BA1-B88B-9D03FF98CB7B}" srcOrd="2" destOrd="0" presId="urn:microsoft.com/office/officeart/2018/2/layout/IconLabelList"/>
    <dgm:cxn modelId="{8B43534A-1390-4083-9382-B3B208860B05}" type="presParOf" srcId="{DC8F7179-CFA6-4BA1-B88B-9D03FF98CB7B}" destId="{6356921E-974C-4F43-B8DD-4300FC4C9177}" srcOrd="0" destOrd="0" presId="urn:microsoft.com/office/officeart/2018/2/layout/IconLabelList"/>
    <dgm:cxn modelId="{314285DB-F9A6-40B9-A45D-A2C9862D1CB0}" type="presParOf" srcId="{DC8F7179-CFA6-4BA1-B88B-9D03FF98CB7B}" destId="{D35B0714-BB6B-435B-A412-84CE6A1D9C08}" srcOrd="1" destOrd="0" presId="urn:microsoft.com/office/officeart/2018/2/layout/IconLabelList"/>
    <dgm:cxn modelId="{788DC60F-2C23-4F5F-A605-F7FC5DB503C1}" type="presParOf" srcId="{DC8F7179-CFA6-4BA1-B88B-9D03FF98CB7B}" destId="{C6332A7A-29FE-4DD5-8FBF-704EA9F3E519}" srcOrd="2" destOrd="0" presId="urn:microsoft.com/office/officeart/2018/2/layout/IconLabelList"/>
    <dgm:cxn modelId="{8B53F940-1361-4FB5-AADD-6C49A03170AB}" type="presParOf" srcId="{80BE3538-9C6F-4487-AEBE-321B4BDDA083}" destId="{80AC2318-A668-4DC6-A0E0-B06988F6D915}" srcOrd="3" destOrd="0" presId="urn:microsoft.com/office/officeart/2018/2/layout/IconLabelList"/>
    <dgm:cxn modelId="{D6138AC2-81BE-4149-9FF2-7FD21ACD65F5}" type="presParOf" srcId="{80BE3538-9C6F-4487-AEBE-321B4BDDA083}" destId="{C6F08013-21F4-4D59-8319-EDDB72B24CE5}" srcOrd="4" destOrd="0" presId="urn:microsoft.com/office/officeart/2018/2/layout/IconLabelList"/>
    <dgm:cxn modelId="{27BA5486-C1B7-4FBF-B554-8F902B6E0C6C}" type="presParOf" srcId="{C6F08013-21F4-4D59-8319-EDDB72B24CE5}" destId="{C37966AB-012F-4D97-B824-81A53BB8DCD8}" srcOrd="0" destOrd="0" presId="urn:microsoft.com/office/officeart/2018/2/layout/IconLabelList"/>
    <dgm:cxn modelId="{652C8D03-9242-4497-A7D9-1794B6059DC2}" type="presParOf" srcId="{C6F08013-21F4-4D59-8319-EDDB72B24CE5}" destId="{B74C8986-F549-4D80-96C1-EBE408F09290}" srcOrd="1" destOrd="0" presId="urn:microsoft.com/office/officeart/2018/2/layout/IconLabelList"/>
    <dgm:cxn modelId="{E8552AE6-1462-43DE-8E7E-5C955D7F9458}" type="presParOf" srcId="{C6F08013-21F4-4D59-8319-EDDB72B24CE5}" destId="{199714A1-868C-4A9A-B6BE-CD69A93736AD}" srcOrd="2" destOrd="0" presId="urn:microsoft.com/office/officeart/2018/2/layout/IconLabelList"/>
    <dgm:cxn modelId="{B9852F8D-5C7E-40C4-96AB-7EE8C29809B0}" type="presParOf" srcId="{80BE3538-9C6F-4487-AEBE-321B4BDDA083}" destId="{E7CF6DD8-30ED-4C12-A574-A3B68B1B7FCD}" srcOrd="5" destOrd="0" presId="urn:microsoft.com/office/officeart/2018/2/layout/IconLabelList"/>
    <dgm:cxn modelId="{A3042307-7E10-4468-AB53-522016474B29}" type="presParOf" srcId="{80BE3538-9C6F-4487-AEBE-321B4BDDA083}" destId="{B7B95E06-3D6E-4ABC-8301-8597D1942688}" srcOrd="6" destOrd="0" presId="urn:microsoft.com/office/officeart/2018/2/layout/IconLabelList"/>
    <dgm:cxn modelId="{25374DD5-F4A1-4D5C-A7E0-3D78CE0511B4}" type="presParOf" srcId="{B7B95E06-3D6E-4ABC-8301-8597D1942688}" destId="{4B38730D-922B-458E-84E7-ECD0A92B3228}" srcOrd="0" destOrd="0" presId="urn:microsoft.com/office/officeart/2018/2/layout/IconLabelList"/>
    <dgm:cxn modelId="{314F5F59-90FD-4EEE-8575-F0B2816A9922}" type="presParOf" srcId="{B7B95E06-3D6E-4ABC-8301-8597D1942688}" destId="{7731A6AE-4FC5-4C95-A2E9-3BD317DD4EE7}" srcOrd="1" destOrd="0" presId="urn:microsoft.com/office/officeart/2018/2/layout/IconLabelList"/>
    <dgm:cxn modelId="{D66AC3C5-A802-4268-9A30-467F34809D55}" type="presParOf" srcId="{B7B95E06-3D6E-4ABC-8301-8597D1942688}" destId="{2CF5007C-78FC-4A73-9691-8053B82A002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B03F02-12FF-4197-9BA6-C36E1FB692EF}"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B68D7E1-D491-43B4-B031-4C1A10826D8F}">
      <dgm:prSet/>
      <dgm:spPr/>
      <dgm:t>
        <a:bodyPr/>
        <a:lstStyle/>
        <a:p>
          <a:r>
            <a:rPr lang="en-US"/>
            <a:t>• Input layer: Receives raw features (e.g., pixels, numbers, word embeddings) from the dataset.</a:t>
          </a:r>
        </a:p>
      </dgm:t>
    </dgm:pt>
    <dgm:pt modelId="{EF42A308-FFFD-43F6-A21F-C6876E077646}" type="parTrans" cxnId="{58153256-3EE0-46DB-AE74-9895413B93D4}">
      <dgm:prSet/>
      <dgm:spPr/>
      <dgm:t>
        <a:bodyPr/>
        <a:lstStyle/>
        <a:p>
          <a:endParaRPr lang="en-US"/>
        </a:p>
      </dgm:t>
    </dgm:pt>
    <dgm:pt modelId="{C393D455-F95C-4EA2-8902-20735F6D09EA}" type="sibTrans" cxnId="{58153256-3EE0-46DB-AE74-9895413B93D4}">
      <dgm:prSet/>
      <dgm:spPr/>
      <dgm:t>
        <a:bodyPr/>
        <a:lstStyle/>
        <a:p>
          <a:endParaRPr lang="en-US"/>
        </a:p>
      </dgm:t>
    </dgm:pt>
    <dgm:pt modelId="{648C1DB8-D4D3-4FF4-9AE8-1489D1AA53DA}">
      <dgm:prSet/>
      <dgm:spPr/>
      <dgm:t>
        <a:bodyPr/>
        <a:lstStyle/>
        <a:p>
          <a:r>
            <a:rPr lang="en-US"/>
            <a:t>• Hidden layers: Transform and combine features to learn increasingly abstract patterns.</a:t>
          </a:r>
        </a:p>
      </dgm:t>
    </dgm:pt>
    <dgm:pt modelId="{6426D17F-924E-4D4B-8B07-DCC351F5A0A4}" type="parTrans" cxnId="{B7F0A62F-A60C-428C-9F71-3B9815728365}">
      <dgm:prSet/>
      <dgm:spPr/>
      <dgm:t>
        <a:bodyPr/>
        <a:lstStyle/>
        <a:p>
          <a:endParaRPr lang="en-US"/>
        </a:p>
      </dgm:t>
    </dgm:pt>
    <dgm:pt modelId="{C7F408FE-400B-49E8-8514-476DD16679AE}" type="sibTrans" cxnId="{B7F0A62F-A60C-428C-9F71-3B9815728365}">
      <dgm:prSet/>
      <dgm:spPr/>
      <dgm:t>
        <a:bodyPr/>
        <a:lstStyle/>
        <a:p>
          <a:endParaRPr lang="en-US"/>
        </a:p>
      </dgm:t>
    </dgm:pt>
    <dgm:pt modelId="{868937DD-A00E-4CC6-9C04-3A1091F91C6E}">
      <dgm:prSet/>
      <dgm:spPr/>
      <dgm:t>
        <a:bodyPr/>
        <a:lstStyle/>
        <a:p>
          <a:r>
            <a:rPr lang="en-US"/>
            <a:t>• Output layer: Produces the final prediction, such as a class label or probability.</a:t>
          </a:r>
        </a:p>
      </dgm:t>
    </dgm:pt>
    <dgm:pt modelId="{4CEAE2CE-6F0F-4BC2-8001-8B29A33F0A96}" type="parTrans" cxnId="{F5724AFE-D90F-4D16-A847-015A26BA1987}">
      <dgm:prSet/>
      <dgm:spPr/>
      <dgm:t>
        <a:bodyPr/>
        <a:lstStyle/>
        <a:p>
          <a:endParaRPr lang="en-US"/>
        </a:p>
      </dgm:t>
    </dgm:pt>
    <dgm:pt modelId="{BA4FE324-35E7-48FE-9749-CB15352AB0E8}" type="sibTrans" cxnId="{F5724AFE-D90F-4D16-A847-015A26BA1987}">
      <dgm:prSet/>
      <dgm:spPr/>
      <dgm:t>
        <a:bodyPr/>
        <a:lstStyle/>
        <a:p>
          <a:endParaRPr lang="en-US"/>
        </a:p>
      </dgm:t>
    </dgm:pt>
    <dgm:pt modelId="{344AD748-0AA1-4352-B2BD-0587DDB19174}">
      <dgm:prSet/>
      <dgm:spPr/>
      <dgm:t>
        <a:bodyPr/>
        <a:lstStyle/>
        <a:p>
          <a:r>
            <a:rPr lang="en-US"/>
            <a:t>• Deeper networks with more hidden layers can model more complex relationships.</a:t>
          </a:r>
        </a:p>
      </dgm:t>
    </dgm:pt>
    <dgm:pt modelId="{5F6A0138-F060-47BA-B489-D1831FBC2635}" type="parTrans" cxnId="{1FFE1950-57D5-41B4-919F-5D8776947AAD}">
      <dgm:prSet/>
      <dgm:spPr/>
      <dgm:t>
        <a:bodyPr/>
        <a:lstStyle/>
        <a:p>
          <a:endParaRPr lang="en-US"/>
        </a:p>
      </dgm:t>
    </dgm:pt>
    <dgm:pt modelId="{A19F4ADF-9684-4A0F-B17E-6EC7BFF9925F}" type="sibTrans" cxnId="{1FFE1950-57D5-41B4-919F-5D8776947AAD}">
      <dgm:prSet/>
      <dgm:spPr/>
      <dgm:t>
        <a:bodyPr/>
        <a:lstStyle/>
        <a:p>
          <a:endParaRPr lang="en-US"/>
        </a:p>
      </dgm:t>
    </dgm:pt>
    <dgm:pt modelId="{A2F30AFC-3AD2-4E46-A346-5080898DD531}" type="pres">
      <dgm:prSet presAssocID="{03B03F02-12FF-4197-9BA6-C36E1FB692EF}" presName="root" presStyleCnt="0">
        <dgm:presLayoutVars>
          <dgm:dir/>
          <dgm:resizeHandles val="exact"/>
        </dgm:presLayoutVars>
      </dgm:prSet>
      <dgm:spPr/>
    </dgm:pt>
    <dgm:pt modelId="{91F06129-CEDE-4678-8595-36CE87272224}" type="pres">
      <dgm:prSet presAssocID="{03B03F02-12FF-4197-9BA6-C36E1FB692EF}" presName="container" presStyleCnt="0">
        <dgm:presLayoutVars>
          <dgm:dir/>
          <dgm:resizeHandles val="exact"/>
        </dgm:presLayoutVars>
      </dgm:prSet>
      <dgm:spPr/>
    </dgm:pt>
    <dgm:pt modelId="{1503657A-628B-460D-B8FE-68598D7C6274}" type="pres">
      <dgm:prSet presAssocID="{0B68D7E1-D491-43B4-B031-4C1A10826D8F}" presName="compNode" presStyleCnt="0"/>
      <dgm:spPr/>
    </dgm:pt>
    <dgm:pt modelId="{D95CA2AB-8A6A-4966-A964-7070012CB0DD}" type="pres">
      <dgm:prSet presAssocID="{0B68D7E1-D491-43B4-B031-4C1A10826D8F}" presName="iconBgRect" presStyleLbl="bgShp" presStyleIdx="0" presStyleCnt="4"/>
      <dgm:spPr/>
    </dgm:pt>
    <dgm:pt modelId="{CC0D5A3E-B20F-4CC4-941C-6B16E44D0689}" type="pres">
      <dgm:prSet presAssocID="{0B68D7E1-D491-43B4-B031-4C1A10826D8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20BD453B-2952-4CFC-9DB6-A0C86F9D635C}" type="pres">
      <dgm:prSet presAssocID="{0B68D7E1-D491-43B4-B031-4C1A10826D8F}" presName="spaceRect" presStyleCnt="0"/>
      <dgm:spPr/>
    </dgm:pt>
    <dgm:pt modelId="{3CA18BC2-388E-4C72-8164-5241C5B97708}" type="pres">
      <dgm:prSet presAssocID="{0B68D7E1-D491-43B4-B031-4C1A10826D8F}" presName="textRect" presStyleLbl="revTx" presStyleIdx="0" presStyleCnt="4">
        <dgm:presLayoutVars>
          <dgm:chMax val="1"/>
          <dgm:chPref val="1"/>
        </dgm:presLayoutVars>
      </dgm:prSet>
      <dgm:spPr/>
    </dgm:pt>
    <dgm:pt modelId="{D45C204A-FC20-42C4-B820-8B88373C5F3E}" type="pres">
      <dgm:prSet presAssocID="{C393D455-F95C-4EA2-8902-20735F6D09EA}" presName="sibTrans" presStyleLbl="sibTrans2D1" presStyleIdx="0" presStyleCnt="0"/>
      <dgm:spPr/>
    </dgm:pt>
    <dgm:pt modelId="{55A124A6-8337-4B06-BAA3-F390DF709FD1}" type="pres">
      <dgm:prSet presAssocID="{648C1DB8-D4D3-4FF4-9AE8-1489D1AA53DA}" presName="compNode" presStyleCnt="0"/>
      <dgm:spPr/>
    </dgm:pt>
    <dgm:pt modelId="{029234FB-6C4D-4DDD-AAAB-E3B369C23647}" type="pres">
      <dgm:prSet presAssocID="{648C1DB8-D4D3-4FF4-9AE8-1489D1AA53DA}" presName="iconBgRect" presStyleLbl="bgShp" presStyleIdx="1" presStyleCnt="4"/>
      <dgm:spPr/>
    </dgm:pt>
    <dgm:pt modelId="{38415278-CA05-499F-8CD3-64DA892DB42B}" type="pres">
      <dgm:prSet presAssocID="{648C1DB8-D4D3-4FF4-9AE8-1489D1AA53DA}"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nected"/>
        </a:ext>
      </dgm:extLst>
    </dgm:pt>
    <dgm:pt modelId="{270C4875-A1ED-406D-AD6A-FE6CD176865A}" type="pres">
      <dgm:prSet presAssocID="{648C1DB8-D4D3-4FF4-9AE8-1489D1AA53DA}" presName="spaceRect" presStyleCnt="0"/>
      <dgm:spPr/>
    </dgm:pt>
    <dgm:pt modelId="{F8A8397B-1394-42FA-BA0F-F57CF74B5460}" type="pres">
      <dgm:prSet presAssocID="{648C1DB8-D4D3-4FF4-9AE8-1489D1AA53DA}" presName="textRect" presStyleLbl="revTx" presStyleIdx="1" presStyleCnt="4">
        <dgm:presLayoutVars>
          <dgm:chMax val="1"/>
          <dgm:chPref val="1"/>
        </dgm:presLayoutVars>
      </dgm:prSet>
      <dgm:spPr/>
    </dgm:pt>
    <dgm:pt modelId="{EEC5BA9B-AFB4-4A2A-98ED-26CE6DAC5898}" type="pres">
      <dgm:prSet presAssocID="{C7F408FE-400B-49E8-8514-476DD16679AE}" presName="sibTrans" presStyleLbl="sibTrans2D1" presStyleIdx="0" presStyleCnt="0"/>
      <dgm:spPr/>
    </dgm:pt>
    <dgm:pt modelId="{F3A9E3DA-7D42-4FDE-869A-073700D17816}" type="pres">
      <dgm:prSet presAssocID="{868937DD-A00E-4CC6-9C04-3A1091F91C6E}" presName="compNode" presStyleCnt="0"/>
      <dgm:spPr/>
    </dgm:pt>
    <dgm:pt modelId="{9F71484E-F725-4BD5-8317-11EDD0F74290}" type="pres">
      <dgm:prSet presAssocID="{868937DD-A00E-4CC6-9C04-3A1091F91C6E}" presName="iconBgRect" presStyleLbl="bgShp" presStyleIdx="2" presStyleCnt="4"/>
      <dgm:spPr/>
    </dgm:pt>
    <dgm:pt modelId="{C5BCA899-91CB-4EFE-BDD4-536289DAB427}" type="pres">
      <dgm:prSet presAssocID="{868937DD-A00E-4CC6-9C04-3A1091F91C6E}"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grammer"/>
        </a:ext>
      </dgm:extLst>
    </dgm:pt>
    <dgm:pt modelId="{DCA7ED6F-9759-4359-B3E5-CB206BE20404}" type="pres">
      <dgm:prSet presAssocID="{868937DD-A00E-4CC6-9C04-3A1091F91C6E}" presName="spaceRect" presStyleCnt="0"/>
      <dgm:spPr/>
    </dgm:pt>
    <dgm:pt modelId="{E666079B-A5C2-4889-A7DA-1EA8BB00DDC1}" type="pres">
      <dgm:prSet presAssocID="{868937DD-A00E-4CC6-9C04-3A1091F91C6E}" presName="textRect" presStyleLbl="revTx" presStyleIdx="2" presStyleCnt="4">
        <dgm:presLayoutVars>
          <dgm:chMax val="1"/>
          <dgm:chPref val="1"/>
        </dgm:presLayoutVars>
      </dgm:prSet>
      <dgm:spPr/>
    </dgm:pt>
    <dgm:pt modelId="{B14FF25E-A8DF-4AF1-8F82-D6237ED40C1E}" type="pres">
      <dgm:prSet presAssocID="{BA4FE324-35E7-48FE-9749-CB15352AB0E8}" presName="sibTrans" presStyleLbl="sibTrans2D1" presStyleIdx="0" presStyleCnt="0"/>
      <dgm:spPr/>
    </dgm:pt>
    <dgm:pt modelId="{62EC069F-58FE-4484-BC30-0436AF268080}" type="pres">
      <dgm:prSet presAssocID="{344AD748-0AA1-4352-B2BD-0587DDB19174}" presName="compNode" presStyleCnt="0"/>
      <dgm:spPr/>
    </dgm:pt>
    <dgm:pt modelId="{82A35CD6-B4A2-49DB-9BC2-93595E3601FC}" type="pres">
      <dgm:prSet presAssocID="{344AD748-0AA1-4352-B2BD-0587DDB19174}" presName="iconBgRect" presStyleLbl="bgShp" presStyleIdx="3" presStyleCnt="4"/>
      <dgm:spPr/>
    </dgm:pt>
    <dgm:pt modelId="{7B445EDD-0005-4ADA-874A-6A26D554394B}" type="pres">
      <dgm:prSet presAssocID="{344AD748-0AA1-4352-B2BD-0587DDB1917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ocial Network"/>
        </a:ext>
      </dgm:extLst>
    </dgm:pt>
    <dgm:pt modelId="{19D2BE02-B23D-4526-BF4F-3FEF0FD16D47}" type="pres">
      <dgm:prSet presAssocID="{344AD748-0AA1-4352-B2BD-0587DDB19174}" presName="spaceRect" presStyleCnt="0"/>
      <dgm:spPr/>
    </dgm:pt>
    <dgm:pt modelId="{AE56057D-B997-468F-A4FC-FCE0EB14A3EB}" type="pres">
      <dgm:prSet presAssocID="{344AD748-0AA1-4352-B2BD-0587DDB19174}" presName="textRect" presStyleLbl="revTx" presStyleIdx="3" presStyleCnt="4">
        <dgm:presLayoutVars>
          <dgm:chMax val="1"/>
          <dgm:chPref val="1"/>
        </dgm:presLayoutVars>
      </dgm:prSet>
      <dgm:spPr/>
    </dgm:pt>
  </dgm:ptLst>
  <dgm:cxnLst>
    <dgm:cxn modelId="{E4903818-1B67-41F0-83D1-03F548588587}" type="presOf" srcId="{BA4FE324-35E7-48FE-9749-CB15352AB0E8}" destId="{B14FF25E-A8DF-4AF1-8F82-D6237ED40C1E}" srcOrd="0" destOrd="0" presId="urn:microsoft.com/office/officeart/2018/2/layout/IconCircleList"/>
    <dgm:cxn modelId="{B7F0A62F-A60C-428C-9F71-3B9815728365}" srcId="{03B03F02-12FF-4197-9BA6-C36E1FB692EF}" destId="{648C1DB8-D4D3-4FF4-9AE8-1489D1AA53DA}" srcOrd="1" destOrd="0" parTransId="{6426D17F-924E-4D4B-8B07-DCC351F5A0A4}" sibTransId="{C7F408FE-400B-49E8-8514-476DD16679AE}"/>
    <dgm:cxn modelId="{C59AF03E-17F4-4CA3-8A1E-2345771FB35F}" type="presOf" srcId="{0B68D7E1-D491-43B4-B031-4C1A10826D8F}" destId="{3CA18BC2-388E-4C72-8164-5241C5B97708}" srcOrd="0" destOrd="0" presId="urn:microsoft.com/office/officeart/2018/2/layout/IconCircleList"/>
    <dgm:cxn modelId="{1FFE1950-57D5-41B4-919F-5D8776947AAD}" srcId="{03B03F02-12FF-4197-9BA6-C36E1FB692EF}" destId="{344AD748-0AA1-4352-B2BD-0587DDB19174}" srcOrd="3" destOrd="0" parTransId="{5F6A0138-F060-47BA-B489-D1831FBC2635}" sibTransId="{A19F4ADF-9684-4A0F-B17E-6EC7BFF9925F}"/>
    <dgm:cxn modelId="{58153256-3EE0-46DB-AE74-9895413B93D4}" srcId="{03B03F02-12FF-4197-9BA6-C36E1FB692EF}" destId="{0B68D7E1-D491-43B4-B031-4C1A10826D8F}" srcOrd="0" destOrd="0" parTransId="{EF42A308-FFFD-43F6-A21F-C6876E077646}" sibTransId="{C393D455-F95C-4EA2-8902-20735F6D09EA}"/>
    <dgm:cxn modelId="{23F0377E-DAD9-4065-BE5D-7F6AA8104BFC}" type="presOf" srcId="{03B03F02-12FF-4197-9BA6-C36E1FB692EF}" destId="{A2F30AFC-3AD2-4E46-A346-5080898DD531}" srcOrd="0" destOrd="0" presId="urn:microsoft.com/office/officeart/2018/2/layout/IconCircleList"/>
    <dgm:cxn modelId="{A1B3BA86-3B1D-4CFC-8641-F45211A840BF}" type="presOf" srcId="{C7F408FE-400B-49E8-8514-476DD16679AE}" destId="{EEC5BA9B-AFB4-4A2A-98ED-26CE6DAC5898}" srcOrd="0" destOrd="0" presId="urn:microsoft.com/office/officeart/2018/2/layout/IconCircleList"/>
    <dgm:cxn modelId="{AF3CF98B-F326-47AC-AABD-239AEDC4BB95}" type="presOf" srcId="{344AD748-0AA1-4352-B2BD-0587DDB19174}" destId="{AE56057D-B997-468F-A4FC-FCE0EB14A3EB}" srcOrd="0" destOrd="0" presId="urn:microsoft.com/office/officeart/2018/2/layout/IconCircleList"/>
    <dgm:cxn modelId="{6A8170A9-5268-49D1-BF65-FB996C61CA4A}" type="presOf" srcId="{648C1DB8-D4D3-4FF4-9AE8-1489D1AA53DA}" destId="{F8A8397B-1394-42FA-BA0F-F57CF74B5460}" srcOrd="0" destOrd="0" presId="urn:microsoft.com/office/officeart/2018/2/layout/IconCircleList"/>
    <dgm:cxn modelId="{0CAB77BD-9B48-4648-AE18-2570B739EE51}" type="presOf" srcId="{868937DD-A00E-4CC6-9C04-3A1091F91C6E}" destId="{E666079B-A5C2-4889-A7DA-1EA8BB00DDC1}" srcOrd="0" destOrd="0" presId="urn:microsoft.com/office/officeart/2018/2/layout/IconCircleList"/>
    <dgm:cxn modelId="{7A213CFA-406B-4335-A152-52707DAF9D28}" type="presOf" srcId="{C393D455-F95C-4EA2-8902-20735F6D09EA}" destId="{D45C204A-FC20-42C4-B820-8B88373C5F3E}" srcOrd="0" destOrd="0" presId="urn:microsoft.com/office/officeart/2018/2/layout/IconCircleList"/>
    <dgm:cxn modelId="{F5724AFE-D90F-4D16-A847-015A26BA1987}" srcId="{03B03F02-12FF-4197-9BA6-C36E1FB692EF}" destId="{868937DD-A00E-4CC6-9C04-3A1091F91C6E}" srcOrd="2" destOrd="0" parTransId="{4CEAE2CE-6F0F-4BC2-8001-8B29A33F0A96}" sibTransId="{BA4FE324-35E7-48FE-9749-CB15352AB0E8}"/>
    <dgm:cxn modelId="{7459EB9B-FE0A-4A4B-8FA0-F7541BC888CA}" type="presParOf" srcId="{A2F30AFC-3AD2-4E46-A346-5080898DD531}" destId="{91F06129-CEDE-4678-8595-36CE87272224}" srcOrd="0" destOrd="0" presId="urn:microsoft.com/office/officeart/2018/2/layout/IconCircleList"/>
    <dgm:cxn modelId="{C520E569-ABB0-4607-9536-C04D02717743}" type="presParOf" srcId="{91F06129-CEDE-4678-8595-36CE87272224}" destId="{1503657A-628B-460D-B8FE-68598D7C6274}" srcOrd="0" destOrd="0" presId="urn:microsoft.com/office/officeart/2018/2/layout/IconCircleList"/>
    <dgm:cxn modelId="{CF9B48C0-867A-45E3-A483-BEAC32B3B52F}" type="presParOf" srcId="{1503657A-628B-460D-B8FE-68598D7C6274}" destId="{D95CA2AB-8A6A-4966-A964-7070012CB0DD}" srcOrd="0" destOrd="0" presId="urn:microsoft.com/office/officeart/2018/2/layout/IconCircleList"/>
    <dgm:cxn modelId="{1EFAB89A-11C2-4EEC-A343-E5966BC300DB}" type="presParOf" srcId="{1503657A-628B-460D-B8FE-68598D7C6274}" destId="{CC0D5A3E-B20F-4CC4-941C-6B16E44D0689}" srcOrd="1" destOrd="0" presId="urn:microsoft.com/office/officeart/2018/2/layout/IconCircleList"/>
    <dgm:cxn modelId="{46B3F22D-D60E-4F88-B159-933E604E2D10}" type="presParOf" srcId="{1503657A-628B-460D-B8FE-68598D7C6274}" destId="{20BD453B-2952-4CFC-9DB6-A0C86F9D635C}" srcOrd="2" destOrd="0" presId="urn:microsoft.com/office/officeart/2018/2/layout/IconCircleList"/>
    <dgm:cxn modelId="{C29E4F3F-7384-4598-8958-14299047823F}" type="presParOf" srcId="{1503657A-628B-460D-B8FE-68598D7C6274}" destId="{3CA18BC2-388E-4C72-8164-5241C5B97708}" srcOrd="3" destOrd="0" presId="urn:microsoft.com/office/officeart/2018/2/layout/IconCircleList"/>
    <dgm:cxn modelId="{FAE78A22-03A9-4F59-B3AE-F9E7FF3E3305}" type="presParOf" srcId="{91F06129-CEDE-4678-8595-36CE87272224}" destId="{D45C204A-FC20-42C4-B820-8B88373C5F3E}" srcOrd="1" destOrd="0" presId="urn:microsoft.com/office/officeart/2018/2/layout/IconCircleList"/>
    <dgm:cxn modelId="{1A901372-A534-493E-9D59-EC7ACFF2B6DB}" type="presParOf" srcId="{91F06129-CEDE-4678-8595-36CE87272224}" destId="{55A124A6-8337-4B06-BAA3-F390DF709FD1}" srcOrd="2" destOrd="0" presId="urn:microsoft.com/office/officeart/2018/2/layout/IconCircleList"/>
    <dgm:cxn modelId="{CB03B5A0-3BD0-4015-805E-6A54AE9456A8}" type="presParOf" srcId="{55A124A6-8337-4B06-BAA3-F390DF709FD1}" destId="{029234FB-6C4D-4DDD-AAAB-E3B369C23647}" srcOrd="0" destOrd="0" presId="urn:microsoft.com/office/officeart/2018/2/layout/IconCircleList"/>
    <dgm:cxn modelId="{1C75559C-E4E7-426D-B69C-2FD99E051A79}" type="presParOf" srcId="{55A124A6-8337-4B06-BAA3-F390DF709FD1}" destId="{38415278-CA05-499F-8CD3-64DA892DB42B}" srcOrd="1" destOrd="0" presId="urn:microsoft.com/office/officeart/2018/2/layout/IconCircleList"/>
    <dgm:cxn modelId="{35328C90-BA26-48B0-95E6-D9CC70A69143}" type="presParOf" srcId="{55A124A6-8337-4B06-BAA3-F390DF709FD1}" destId="{270C4875-A1ED-406D-AD6A-FE6CD176865A}" srcOrd="2" destOrd="0" presId="urn:microsoft.com/office/officeart/2018/2/layout/IconCircleList"/>
    <dgm:cxn modelId="{D8EB98FB-C7F7-447A-B776-88AEC53E09B2}" type="presParOf" srcId="{55A124A6-8337-4B06-BAA3-F390DF709FD1}" destId="{F8A8397B-1394-42FA-BA0F-F57CF74B5460}" srcOrd="3" destOrd="0" presId="urn:microsoft.com/office/officeart/2018/2/layout/IconCircleList"/>
    <dgm:cxn modelId="{6445D5B2-B549-4030-B85A-B69C60720091}" type="presParOf" srcId="{91F06129-CEDE-4678-8595-36CE87272224}" destId="{EEC5BA9B-AFB4-4A2A-98ED-26CE6DAC5898}" srcOrd="3" destOrd="0" presId="urn:microsoft.com/office/officeart/2018/2/layout/IconCircleList"/>
    <dgm:cxn modelId="{DBFAC25D-58C9-47BF-ACF5-E37D5DC6845C}" type="presParOf" srcId="{91F06129-CEDE-4678-8595-36CE87272224}" destId="{F3A9E3DA-7D42-4FDE-869A-073700D17816}" srcOrd="4" destOrd="0" presId="urn:microsoft.com/office/officeart/2018/2/layout/IconCircleList"/>
    <dgm:cxn modelId="{2890F569-5089-409E-8374-6544C5187628}" type="presParOf" srcId="{F3A9E3DA-7D42-4FDE-869A-073700D17816}" destId="{9F71484E-F725-4BD5-8317-11EDD0F74290}" srcOrd="0" destOrd="0" presId="urn:microsoft.com/office/officeart/2018/2/layout/IconCircleList"/>
    <dgm:cxn modelId="{666363A1-B577-46F5-A3C9-341A0F4EDD03}" type="presParOf" srcId="{F3A9E3DA-7D42-4FDE-869A-073700D17816}" destId="{C5BCA899-91CB-4EFE-BDD4-536289DAB427}" srcOrd="1" destOrd="0" presId="urn:microsoft.com/office/officeart/2018/2/layout/IconCircleList"/>
    <dgm:cxn modelId="{B4497436-DF0D-43B7-9117-7178CAB2BAE0}" type="presParOf" srcId="{F3A9E3DA-7D42-4FDE-869A-073700D17816}" destId="{DCA7ED6F-9759-4359-B3E5-CB206BE20404}" srcOrd="2" destOrd="0" presId="urn:microsoft.com/office/officeart/2018/2/layout/IconCircleList"/>
    <dgm:cxn modelId="{60BF1525-E975-479F-B35C-DAC19124DD4C}" type="presParOf" srcId="{F3A9E3DA-7D42-4FDE-869A-073700D17816}" destId="{E666079B-A5C2-4889-A7DA-1EA8BB00DDC1}" srcOrd="3" destOrd="0" presId="urn:microsoft.com/office/officeart/2018/2/layout/IconCircleList"/>
    <dgm:cxn modelId="{FDEB2091-83A3-4EFB-AAEE-E5F71DC7693B}" type="presParOf" srcId="{91F06129-CEDE-4678-8595-36CE87272224}" destId="{B14FF25E-A8DF-4AF1-8F82-D6237ED40C1E}" srcOrd="5" destOrd="0" presId="urn:microsoft.com/office/officeart/2018/2/layout/IconCircleList"/>
    <dgm:cxn modelId="{B6218D98-08A2-45BA-A589-9C2915436496}" type="presParOf" srcId="{91F06129-CEDE-4678-8595-36CE87272224}" destId="{62EC069F-58FE-4484-BC30-0436AF268080}" srcOrd="6" destOrd="0" presId="urn:microsoft.com/office/officeart/2018/2/layout/IconCircleList"/>
    <dgm:cxn modelId="{08B1F2C5-5E02-4E93-AA52-B6CB91556F02}" type="presParOf" srcId="{62EC069F-58FE-4484-BC30-0436AF268080}" destId="{82A35CD6-B4A2-49DB-9BC2-93595E3601FC}" srcOrd="0" destOrd="0" presId="urn:microsoft.com/office/officeart/2018/2/layout/IconCircleList"/>
    <dgm:cxn modelId="{04131737-3409-4EFC-B0AC-57B98B415111}" type="presParOf" srcId="{62EC069F-58FE-4484-BC30-0436AF268080}" destId="{7B445EDD-0005-4ADA-874A-6A26D554394B}" srcOrd="1" destOrd="0" presId="urn:microsoft.com/office/officeart/2018/2/layout/IconCircleList"/>
    <dgm:cxn modelId="{4BEC0D09-189D-4092-8C75-17D69077ACB3}" type="presParOf" srcId="{62EC069F-58FE-4484-BC30-0436AF268080}" destId="{19D2BE02-B23D-4526-BF4F-3FEF0FD16D47}" srcOrd="2" destOrd="0" presId="urn:microsoft.com/office/officeart/2018/2/layout/IconCircleList"/>
    <dgm:cxn modelId="{CF397E8A-BF4F-4E3A-AD66-7E24BC38631B}" type="presParOf" srcId="{62EC069F-58FE-4484-BC30-0436AF268080}" destId="{AE56057D-B997-468F-A4FC-FCE0EB14A3E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CE52ED-0CB7-4830-957F-5281924FF94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0D22A0E-BF16-4AA2-8E68-80808216CAC0}">
      <dgm:prSet/>
      <dgm:spPr/>
      <dgm:t>
        <a:bodyPr/>
        <a:lstStyle/>
        <a:p>
          <a:pPr>
            <a:defRPr cap="all"/>
          </a:pPr>
          <a:r>
            <a:rPr lang="en-US"/>
            <a:t>• Each neuron takes multiple inputs, multiplies them by weights, adds a bias, and produces an output.</a:t>
          </a:r>
        </a:p>
      </dgm:t>
    </dgm:pt>
    <dgm:pt modelId="{F9182CB1-191B-4852-AE41-A06EE4834D24}" type="parTrans" cxnId="{B8676C6C-9E74-41EB-8994-23333A6296C7}">
      <dgm:prSet/>
      <dgm:spPr/>
      <dgm:t>
        <a:bodyPr/>
        <a:lstStyle/>
        <a:p>
          <a:endParaRPr lang="en-US"/>
        </a:p>
      </dgm:t>
    </dgm:pt>
    <dgm:pt modelId="{06B65410-4C49-44DB-97CE-5F2C93DADF8E}" type="sibTrans" cxnId="{B8676C6C-9E74-41EB-8994-23333A6296C7}">
      <dgm:prSet/>
      <dgm:spPr/>
      <dgm:t>
        <a:bodyPr/>
        <a:lstStyle/>
        <a:p>
          <a:endParaRPr lang="en-US"/>
        </a:p>
      </dgm:t>
    </dgm:pt>
    <dgm:pt modelId="{50D946A5-FBB4-4543-AFDD-858A71672940}">
      <dgm:prSet/>
      <dgm:spPr/>
      <dgm:t>
        <a:bodyPr/>
        <a:lstStyle/>
        <a:p>
          <a:pPr>
            <a:defRPr cap="all"/>
          </a:pPr>
          <a:r>
            <a:rPr lang="en-US"/>
            <a:t>• Mathematically: output = activation(Σ(wᵢ·xᵢ) + b).</a:t>
          </a:r>
        </a:p>
      </dgm:t>
    </dgm:pt>
    <dgm:pt modelId="{80B6FEAE-3D4C-4393-BA22-A351F46DE3B0}" type="parTrans" cxnId="{342080BF-D0A4-4915-A4E7-CB45A9E8E8BD}">
      <dgm:prSet/>
      <dgm:spPr/>
      <dgm:t>
        <a:bodyPr/>
        <a:lstStyle/>
        <a:p>
          <a:endParaRPr lang="en-US"/>
        </a:p>
      </dgm:t>
    </dgm:pt>
    <dgm:pt modelId="{34144BC4-AE2B-4F7C-AFC7-E8E5BD8C23E9}" type="sibTrans" cxnId="{342080BF-D0A4-4915-A4E7-CB45A9E8E8BD}">
      <dgm:prSet/>
      <dgm:spPr/>
      <dgm:t>
        <a:bodyPr/>
        <a:lstStyle/>
        <a:p>
          <a:endParaRPr lang="en-US"/>
        </a:p>
      </dgm:t>
    </dgm:pt>
    <dgm:pt modelId="{252D7F29-0531-4ACB-A403-286C5B3A49FD}">
      <dgm:prSet/>
      <dgm:spPr/>
      <dgm:t>
        <a:bodyPr/>
        <a:lstStyle/>
        <a:p>
          <a:pPr>
            <a:defRPr cap="all"/>
          </a:pPr>
          <a:r>
            <a:rPr lang="en-US"/>
            <a:t>• Neurons are the basic computation units that collectively learn representations of the data.</a:t>
          </a:r>
        </a:p>
      </dgm:t>
    </dgm:pt>
    <dgm:pt modelId="{87BF98A2-B548-492C-904C-EF1CD7D33F9C}" type="parTrans" cxnId="{ECFDC2E3-51ED-4EDD-A6C9-A6654E42CFF5}">
      <dgm:prSet/>
      <dgm:spPr/>
      <dgm:t>
        <a:bodyPr/>
        <a:lstStyle/>
        <a:p>
          <a:endParaRPr lang="en-US"/>
        </a:p>
      </dgm:t>
    </dgm:pt>
    <dgm:pt modelId="{EDF67590-2A05-4EAD-A38A-7496560EA566}" type="sibTrans" cxnId="{ECFDC2E3-51ED-4EDD-A6C9-A6654E42CFF5}">
      <dgm:prSet/>
      <dgm:spPr/>
      <dgm:t>
        <a:bodyPr/>
        <a:lstStyle/>
        <a:p>
          <a:endParaRPr lang="en-US"/>
        </a:p>
      </dgm:t>
    </dgm:pt>
    <dgm:pt modelId="{D34AC63C-6AE6-4C17-AF14-03BAA7BFA97D}" type="pres">
      <dgm:prSet presAssocID="{28CE52ED-0CB7-4830-957F-5281924FF943}" presName="root" presStyleCnt="0">
        <dgm:presLayoutVars>
          <dgm:dir/>
          <dgm:resizeHandles val="exact"/>
        </dgm:presLayoutVars>
      </dgm:prSet>
      <dgm:spPr/>
    </dgm:pt>
    <dgm:pt modelId="{D78A8D1D-E114-4DFF-8F06-95D92782563D}" type="pres">
      <dgm:prSet presAssocID="{F0D22A0E-BF16-4AA2-8E68-80808216CAC0}" presName="compNode" presStyleCnt="0"/>
      <dgm:spPr/>
    </dgm:pt>
    <dgm:pt modelId="{02D15DED-0AB0-4B61-A515-6B45A201BD19}" type="pres">
      <dgm:prSet presAssocID="{F0D22A0E-BF16-4AA2-8E68-80808216CAC0}" presName="iconBgRect" presStyleLbl="bgShp" presStyleIdx="0" presStyleCnt="3"/>
      <dgm:spPr/>
    </dgm:pt>
    <dgm:pt modelId="{62645677-2BAB-4FA5-9ECE-92D56BE8E8EC}" type="pres">
      <dgm:prSet presAssocID="{F0D22A0E-BF16-4AA2-8E68-80808216CAC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a:ext>
      </dgm:extLst>
    </dgm:pt>
    <dgm:pt modelId="{BAAB1951-AC59-4396-913F-A2C4AE3A4F6E}" type="pres">
      <dgm:prSet presAssocID="{F0D22A0E-BF16-4AA2-8E68-80808216CAC0}" presName="spaceRect" presStyleCnt="0"/>
      <dgm:spPr/>
    </dgm:pt>
    <dgm:pt modelId="{F958A6CB-FF85-403E-8D21-1D05AC6083EF}" type="pres">
      <dgm:prSet presAssocID="{F0D22A0E-BF16-4AA2-8E68-80808216CAC0}" presName="textRect" presStyleLbl="revTx" presStyleIdx="0" presStyleCnt="3">
        <dgm:presLayoutVars>
          <dgm:chMax val="1"/>
          <dgm:chPref val="1"/>
        </dgm:presLayoutVars>
      </dgm:prSet>
      <dgm:spPr/>
    </dgm:pt>
    <dgm:pt modelId="{C01B720F-8FA6-46E5-92FF-8F0240494434}" type="pres">
      <dgm:prSet presAssocID="{06B65410-4C49-44DB-97CE-5F2C93DADF8E}" presName="sibTrans" presStyleCnt="0"/>
      <dgm:spPr/>
    </dgm:pt>
    <dgm:pt modelId="{83EAA7DC-583F-45EB-9B1E-CA2880D251FA}" type="pres">
      <dgm:prSet presAssocID="{50D946A5-FBB4-4543-AFDD-858A71672940}" presName="compNode" presStyleCnt="0"/>
      <dgm:spPr/>
    </dgm:pt>
    <dgm:pt modelId="{A7A1F644-BC8B-4057-9FF2-856AEAB8191B}" type="pres">
      <dgm:prSet presAssocID="{50D946A5-FBB4-4543-AFDD-858A71672940}" presName="iconBgRect" presStyleLbl="bgShp" presStyleIdx="1" presStyleCnt="3"/>
      <dgm:spPr/>
    </dgm:pt>
    <dgm:pt modelId="{124D4AF6-1691-46B9-8DFD-86C5929CA3CB}" type="pres">
      <dgm:prSet presAssocID="{50D946A5-FBB4-4543-AFDD-858A7167294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rcle with Left Arrow"/>
        </a:ext>
      </dgm:extLst>
    </dgm:pt>
    <dgm:pt modelId="{2D37C8D5-B6FE-4901-98DB-1774CDC1BA34}" type="pres">
      <dgm:prSet presAssocID="{50D946A5-FBB4-4543-AFDD-858A71672940}" presName="spaceRect" presStyleCnt="0"/>
      <dgm:spPr/>
    </dgm:pt>
    <dgm:pt modelId="{4B8C98BF-101E-4DD5-A8A7-205F1A9DD433}" type="pres">
      <dgm:prSet presAssocID="{50D946A5-FBB4-4543-AFDD-858A71672940}" presName="textRect" presStyleLbl="revTx" presStyleIdx="1" presStyleCnt="3">
        <dgm:presLayoutVars>
          <dgm:chMax val="1"/>
          <dgm:chPref val="1"/>
        </dgm:presLayoutVars>
      </dgm:prSet>
      <dgm:spPr/>
    </dgm:pt>
    <dgm:pt modelId="{DC2086AD-6034-477B-8F27-9700026E860C}" type="pres">
      <dgm:prSet presAssocID="{34144BC4-AE2B-4F7C-AFC7-E8E5BD8C23E9}" presName="sibTrans" presStyleCnt="0"/>
      <dgm:spPr/>
    </dgm:pt>
    <dgm:pt modelId="{E5B9D71C-191D-4AE7-B6E6-102681C1F0D4}" type="pres">
      <dgm:prSet presAssocID="{252D7F29-0531-4ACB-A403-286C5B3A49FD}" presName="compNode" presStyleCnt="0"/>
      <dgm:spPr/>
    </dgm:pt>
    <dgm:pt modelId="{210F7B80-DEAF-4B83-9C86-CA7DA40D2DB6}" type="pres">
      <dgm:prSet presAssocID="{252D7F29-0531-4ACB-A403-286C5B3A49FD}" presName="iconBgRect" presStyleLbl="bgShp" presStyleIdx="2" presStyleCnt="3"/>
      <dgm:spPr/>
    </dgm:pt>
    <dgm:pt modelId="{4AD775B5-803E-4D47-8D77-1DDEF05865A5}" type="pres">
      <dgm:prSet presAssocID="{252D7F29-0531-4ACB-A403-286C5B3A49F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rain in head"/>
        </a:ext>
      </dgm:extLst>
    </dgm:pt>
    <dgm:pt modelId="{ED457CE1-6FB4-4B22-8DCB-36C5743798D7}" type="pres">
      <dgm:prSet presAssocID="{252D7F29-0531-4ACB-A403-286C5B3A49FD}" presName="spaceRect" presStyleCnt="0"/>
      <dgm:spPr/>
    </dgm:pt>
    <dgm:pt modelId="{AFE51F6A-F9AB-4879-A983-B6B37A5B811C}" type="pres">
      <dgm:prSet presAssocID="{252D7F29-0531-4ACB-A403-286C5B3A49FD}" presName="textRect" presStyleLbl="revTx" presStyleIdx="2" presStyleCnt="3">
        <dgm:presLayoutVars>
          <dgm:chMax val="1"/>
          <dgm:chPref val="1"/>
        </dgm:presLayoutVars>
      </dgm:prSet>
      <dgm:spPr/>
    </dgm:pt>
  </dgm:ptLst>
  <dgm:cxnLst>
    <dgm:cxn modelId="{78B4722F-A2B6-47A2-BAE8-36EE99EBBEBC}" type="presOf" srcId="{28CE52ED-0CB7-4830-957F-5281924FF943}" destId="{D34AC63C-6AE6-4C17-AF14-03BAA7BFA97D}" srcOrd="0" destOrd="0" presId="urn:microsoft.com/office/officeart/2018/5/layout/IconCircleLabelList"/>
    <dgm:cxn modelId="{916A8141-29C5-474C-AFC0-54CBB29B0F54}" type="presOf" srcId="{252D7F29-0531-4ACB-A403-286C5B3A49FD}" destId="{AFE51F6A-F9AB-4879-A983-B6B37A5B811C}" srcOrd="0" destOrd="0" presId="urn:microsoft.com/office/officeart/2018/5/layout/IconCircleLabelList"/>
    <dgm:cxn modelId="{F1BAEA6A-92BA-4F91-8028-36D53210F07F}" type="presOf" srcId="{F0D22A0E-BF16-4AA2-8E68-80808216CAC0}" destId="{F958A6CB-FF85-403E-8D21-1D05AC6083EF}" srcOrd="0" destOrd="0" presId="urn:microsoft.com/office/officeart/2018/5/layout/IconCircleLabelList"/>
    <dgm:cxn modelId="{B8676C6C-9E74-41EB-8994-23333A6296C7}" srcId="{28CE52ED-0CB7-4830-957F-5281924FF943}" destId="{F0D22A0E-BF16-4AA2-8E68-80808216CAC0}" srcOrd="0" destOrd="0" parTransId="{F9182CB1-191B-4852-AE41-A06EE4834D24}" sibTransId="{06B65410-4C49-44DB-97CE-5F2C93DADF8E}"/>
    <dgm:cxn modelId="{342080BF-D0A4-4915-A4E7-CB45A9E8E8BD}" srcId="{28CE52ED-0CB7-4830-957F-5281924FF943}" destId="{50D946A5-FBB4-4543-AFDD-858A71672940}" srcOrd="1" destOrd="0" parTransId="{80B6FEAE-3D4C-4393-BA22-A351F46DE3B0}" sibTransId="{34144BC4-AE2B-4F7C-AFC7-E8E5BD8C23E9}"/>
    <dgm:cxn modelId="{C38A7BC2-899B-4624-A3D7-53BFDC1962F5}" type="presOf" srcId="{50D946A5-FBB4-4543-AFDD-858A71672940}" destId="{4B8C98BF-101E-4DD5-A8A7-205F1A9DD433}" srcOrd="0" destOrd="0" presId="urn:microsoft.com/office/officeart/2018/5/layout/IconCircleLabelList"/>
    <dgm:cxn modelId="{ECFDC2E3-51ED-4EDD-A6C9-A6654E42CFF5}" srcId="{28CE52ED-0CB7-4830-957F-5281924FF943}" destId="{252D7F29-0531-4ACB-A403-286C5B3A49FD}" srcOrd="2" destOrd="0" parTransId="{87BF98A2-B548-492C-904C-EF1CD7D33F9C}" sibTransId="{EDF67590-2A05-4EAD-A38A-7496560EA566}"/>
    <dgm:cxn modelId="{479E060E-D75D-4354-9738-A9DA7FCA991F}" type="presParOf" srcId="{D34AC63C-6AE6-4C17-AF14-03BAA7BFA97D}" destId="{D78A8D1D-E114-4DFF-8F06-95D92782563D}" srcOrd="0" destOrd="0" presId="urn:microsoft.com/office/officeart/2018/5/layout/IconCircleLabelList"/>
    <dgm:cxn modelId="{2573A6D5-6FB2-4280-860C-608C6197AC92}" type="presParOf" srcId="{D78A8D1D-E114-4DFF-8F06-95D92782563D}" destId="{02D15DED-0AB0-4B61-A515-6B45A201BD19}" srcOrd="0" destOrd="0" presId="urn:microsoft.com/office/officeart/2018/5/layout/IconCircleLabelList"/>
    <dgm:cxn modelId="{EA419423-8D3A-4828-812B-3B87B2D291E5}" type="presParOf" srcId="{D78A8D1D-E114-4DFF-8F06-95D92782563D}" destId="{62645677-2BAB-4FA5-9ECE-92D56BE8E8EC}" srcOrd="1" destOrd="0" presId="urn:microsoft.com/office/officeart/2018/5/layout/IconCircleLabelList"/>
    <dgm:cxn modelId="{236EC67A-738F-4976-A37D-1360C1C1B68B}" type="presParOf" srcId="{D78A8D1D-E114-4DFF-8F06-95D92782563D}" destId="{BAAB1951-AC59-4396-913F-A2C4AE3A4F6E}" srcOrd="2" destOrd="0" presId="urn:microsoft.com/office/officeart/2018/5/layout/IconCircleLabelList"/>
    <dgm:cxn modelId="{DE89B1DE-0CA2-490D-B317-B893DEC2F015}" type="presParOf" srcId="{D78A8D1D-E114-4DFF-8F06-95D92782563D}" destId="{F958A6CB-FF85-403E-8D21-1D05AC6083EF}" srcOrd="3" destOrd="0" presId="urn:microsoft.com/office/officeart/2018/5/layout/IconCircleLabelList"/>
    <dgm:cxn modelId="{D71919AA-0530-4767-B15F-5444215160E4}" type="presParOf" srcId="{D34AC63C-6AE6-4C17-AF14-03BAA7BFA97D}" destId="{C01B720F-8FA6-46E5-92FF-8F0240494434}" srcOrd="1" destOrd="0" presId="urn:microsoft.com/office/officeart/2018/5/layout/IconCircleLabelList"/>
    <dgm:cxn modelId="{58C601B9-F44C-405D-8EF4-4CD9BEDF8120}" type="presParOf" srcId="{D34AC63C-6AE6-4C17-AF14-03BAA7BFA97D}" destId="{83EAA7DC-583F-45EB-9B1E-CA2880D251FA}" srcOrd="2" destOrd="0" presId="urn:microsoft.com/office/officeart/2018/5/layout/IconCircleLabelList"/>
    <dgm:cxn modelId="{3C60DEE3-3556-49DD-A930-C92442D143E7}" type="presParOf" srcId="{83EAA7DC-583F-45EB-9B1E-CA2880D251FA}" destId="{A7A1F644-BC8B-4057-9FF2-856AEAB8191B}" srcOrd="0" destOrd="0" presId="urn:microsoft.com/office/officeart/2018/5/layout/IconCircleLabelList"/>
    <dgm:cxn modelId="{92550E71-883C-41B7-9EEE-E34FB99F10A4}" type="presParOf" srcId="{83EAA7DC-583F-45EB-9B1E-CA2880D251FA}" destId="{124D4AF6-1691-46B9-8DFD-86C5929CA3CB}" srcOrd="1" destOrd="0" presId="urn:microsoft.com/office/officeart/2018/5/layout/IconCircleLabelList"/>
    <dgm:cxn modelId="{F3902D59-9D62-4DC1-A69B-269EA33C8DAB}" type="presParOf" srcId="{83EAA7DC-583F-45EB-9B1E-CA2880D251FA}" destId="{2D37C8D5-B6FE-4901-98DB-1774CDC1BA34}" srcOrd="2" destOrd="0" presId="urn:microsoft.com/office/officeart/2018/5/layout/IconCircleLabelList"/>
    <dgm:cxn modelId="{5A51D41B-4132-4278-9BAB-F03AB59659BA}" type="presParOf" srcId="{83EAA7DC-583F-45EB-9B1E-CA2880D251FA}" destId="{4B8C98BF-101E-4DD5-A8A7-205F1A9DD433}" srcOrd="3" destOrd="0" presId="urn:microsoft.com/office/officeart/2018/5/layout/IconCircleLabelList"/>
    <dgm:cxn modelId="{B30F257B-2E86-46D5-B503-1E038A313446}" type="presParOf" srcId="{D34AC63C-6AE6-4C17-AF14-03BAA7BFA97D}" destId="{DC2086AD-6034-477B-8F27-9700026E860C}" srcOrd="3" destOrd="0" presId="urn:microsoft.com/office/officeart/2018/5/layout/IconCircleLabelList"/>
    <dgm:cxn modelId="{0BB19D51-8285-4E6B-A354-432A67316F41}" type="presParOf" srcId="{D34AC63C-6AE6-4C17-AF14-03BAA7BFA97D}" destId="{E5B9D71C-191D-4AE7-B6E6-102681C1F0D4}" srcOrd="4" destOrd="0" presId="urn:microsoft.com/office/officeart/2018/5/layout/IconCircleLabelList"/>
    <dgm:cxn modelId="{8C38ADAA-4A1D-4E58-BB96-FDB34FE41B0D}" type="presParOf" srcId="{E5B9D71C-191D-4AE7-B6E6-102681C1F0D4}" destId="{210F7B80-DEAF-4B83-9C86-CA7DA40D2DB6}" srcOrd="0" destOrd="0" presId="urn:microsoft.com/office/officeart/2018/5/layout/IconCircleLabelList"/>
    <dgm:cxn modelId="{6ECB2211-7144-4340-875D-79432FEE68ED}" type="presParOf" srcId="{E5B9D71C-191D-4AE7-B6E6-102681C1F0D4}" destId="{4AD775B5-803E-4D47-8D77-1DDEF05865A5}" srcOrd="1" destOrd="0" presId="urn:microsoft.com/office/officeart/2018/5/layout/IconCircleLabelList"/>
    <dgm:cxn modelId="{686B1C89-293A-4857-9D03-800595931B75}" type="presParOf" srcId="{E5B9D71C-191D-4AE7-B6E6-102681C1F0D4}" destId="{ED457CE1-6FB4-4B22-8DCB-36C5743798D7}" srcOrd="2" destOrd="0" presId="urn:microsoft.com/office/officeart/2018/5/layout/IconCircleLabelList"/>
    <dgm:cxn modelId="{88D4E7BE-308B-4220-B9AE-0E74051743FA}" type="presParOf" srcId="{E5B9D71C-191D-4AE7-B6E6-102681C1F0D4}" destId="{AFE51F6A-F9AB-4879-A983-B6B37A5B811C}"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AF3EF4-E93B-4D20-970F-090824F96CD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BB1DF70-9AEC-4CE2-A0D6-461C1C27333D}">
      <dgm:prSet/>
      <dgm:spPr/>
      <dgm:t>
        <a:bodyPr/>
        <a:lstStyle/>
        <a:p>
          <a:r>
            <a:rPr lang="en-US"/>
            <a:t>• Weights control how strongly each input influences a neuron’s output.</a:t>
          </a:r>
        </a:p>
      </dgm:t>
    </dgm:pt>
    <dgm:pt modelId="{213AFC5D-2E5E-43D0-B44B-C01DF68DBFFB}" type="parTrans" cxnId="{81E37E16-7C7C-4074-B12C-14AA6D490D7F}">
      <dgm:prSet/>
      <dgm:spPr/>
      <dgm:t>
        <a:bodyPr/>
        <a:lstStyle/>
        <a:p>
          <a:endParaRPr lang="en-US"/>
        </a:p>
      </dgm:t>
    </dgm:pt>
    <dgm:pt modelId="{C2728582-B088-4CFE-B01A-580BE25279E0}" type="sibTrans" cxnId="{81E37E16-7C7C-4074-B12C-14AA6D490D7F}">
      <dgm:prSet/>
      <dgm:spPr/>
      <dgm:t>
        <a:bodyPr/>
        <a:lstStyle/>
        <a:p>
          <a:endParaRPr lang="en-US"/>
        </a:p>
      </dgm:t>
    </dgm:pt>
    <dgm:pt modelId="{AA9CF556-472C-4E14-83F1-6D5FA1A52943}">
      <dgm:prSet/>
      <dgm:spPr/>
      <dgm:t>
        <a:bodyPr/>
        <a:lstStyle/>
        <a:p>
          <a:r>
            <a:rPr lang="en-US"/>
            <a:t>• During training, the network adjusts weights to reduce prediction error on the training data.</a:t>
          </a:r>
        </a:p>
      </dgm:t>
    </dgm:pt>
    <dgm:pt modelId="{7E290827-6D8F-4C7C-BC20-A004CBBACC05}" type="parTrans" cxnId="{05503A55-BEC9-41D6-9BCE-41C0426304E9}">
      <dgm:prSet/>
      <dgm:spPr/>
      <dgm:t>
        <a:bodyPr/>
        <a:lstStyle/>
        <a:p>
          <a:endParaRPr lang="en-US"/>
        </a:p>
      </dgm:t>
    </dgm:pt>
    <dgm:pt modelId="{AB4762D6-0152-406F-AE76-C21D348060E3}" type="sibTrans" cxnId="{05503A55-BEC9-41D6-9BCE-41C0426304E9}">
      <dgm:prSet/>
      <dgm:spPr/>
      <dgm:t>
        <a:bodyPr/>
        <a:lstStyle/>
        <a:p>
          <a:endParaRPr lang="en-US"/>
        </a:p>
      </dgm:t>
    </dgm:pt>
    <dgm:pt modelId="{7DBBF0AA-176B-42D7-A886-8270B4A7E19A}">
      <dgm:prSet/>
      <dgm:spPr/>
      <dgm:t>
        <a:bodyPr/>
        <a:lstStyle/>
        <a:p>
          <a:r>
            <a:rPr lang="en-US"/>
            <a:t>• Large positive or negative weights indicate strong influence; weights near zero contribute little.</a:t>
          </a:r>
        </a:p>
      </dgm:t>
    </dgm:pt>
    <dgm:pt modelId="{743E1DD7-1FC8-4A7A-A0EE-513357C999E3}" type="parTrans" cxnId="{40AE6828-87F8-4D39-AA0C-5CB688F72D6C}">
      <dgm:prSet/>
      <dgm:spPr/>
      <dgm:t>
        <a:bodyPr/>
        <a:lstStyle/>
        <a:p>
          <a:endParaRPr lang="en-US"/>
        </a:p>
      </dgm:t>
    </dgm:pt>
    <dgm:pt modelId="{E7DCA62C-2C61-491B-9CFD-73A6D707C701}" type="sibTrans" cxnId="{40AE6828-87F8-4D39-AA0C-5CB688F72D6C}">
      <dgm:prSet/>
      <dgm:spPr/>
      <dgm:t>
        <a:bodyPr/>
        <a:lstStyle/>
        <a:p>
          <a:endParaRPr lang="en-US"/>
        </a:p>
      </dgm:t>
    </dgm:pt>
    <dgm:pt modelId="{4D58BF67-1FE9-4497-8C2E-D536AE0DB95E}">
      <dgm:prSet/>
      <dgm:spPr/>
      <dgm:t>
        <a:bodyPr/>
        <a:lstStyle/>
        <a:p>
          <a:r>
            <a:rPr lang="en-US"/>
            <a:t>• The set of all weights is what the model 'learns.'</a:t>
          </a:r>
        </a:p>
      </dgm:t>
    </dgm:pt>
    <dgm:pt modelId="{3FEFC85B-1C1A-42B7-B09E-1AA4FC1851FB}" type="parTrans" cxnId="{C9E40A7F-4E09-46F2-859E-33A449C6E804}">
      <dgm:prSet/>
      <dgm:spPr/>
      <dgm:t>
        <a:bodyPr/>
        <a:lstStyle/>
        <a:p>
          <a:endParaRPr lang="en-US"/>
        </a:p>
      </dgm:t>
    </dgm:pt>
    <dgm:pt modelId="{1668CE92-6A06-4D5C-80D6-44F01F2965F2}" type="sibTrans" cxnId="{C9E40A7F-4E09-46F2-859E-33A449C6E804}">
      <dgm:prSet/>
      <dgm:spPr/>
      <dgm:t>
        <a:bodyPr/>
        <a:lstStyle/>
        <a:p>
          <a:endParaRPr lang="en-US"/>
        </a:p>
      </dgm:t>
    </dgm:pt>
    <dgm:pt modelId="{75404EAE-B47A-42F9-9915-B7B15DA852D2}" type="pres">
      <dgm:prSet presAssocID="{21AF3EF4-E93B-4D20-970F-090824F96CDB}" presName="linear" presStyleCnt="0">
        <dgm:presLayoutVars>
          <dgm:animLvl val="lvl"/>
          <dgm:resizeHandles val="exact"/>
        </dgm:presLayoutVars>
      </dgm:prSet>
      <dgm:spPr/>
    </dgm:pt>
    <dgm:pt modelId="{5B1FC5C6-9C60-4D2B-8AE5-4A495166E2A6}" type="pres">
      <dgm:prSet presAssocID="{9BB1DF70-9AEC-4CE2-A0D6-461C1C27333D}" presName="parentText" presStyleLbl="node1" presStyleIdx="0" presStyleCnt="4">
        <dgm:presLayoutVars>
          <dgm:chMax val="0"/>
          <dgm:bulletEnabled val="1"/>
        </dgm:presLayoutVars>
      </dgm:prSet>
      <dgm:spPr/>
    </dgm:pt>
    <dgm:pt modelId="{A6B604C5-D73E-47F4-BD3F-E7CA76E49A99}" type="pres">
      <dgm:prSet presAssocID="{C2728582-B088-4CFE-B01A-580BE25279E0}" presName="spacer" presStyleCnt="0"/>
      <dgm:spPr/>
    </dgm:pt>
    <dgm:pt modelId="{AB39EA96-09AA-4AFA-9D3B-7B45BC1E71B6}" type="pres">
      <dgm:prSet presAssocID="{AA9CF556-472C-4E14-83F1-6D5FA1A52943}" presName="parentText" presStyleLbl="node1" presStyleIdx="1" presStyleCnt="4">
        <dgm:presLayoutVars>
          <dgm:chMax val="0"/>
          <dgm:bulletEnabled val="1"/>
        </dgm:presLayoutVars>
      </dgm:prSet>
      <dgm:spPr/>
    </dgm:pt>
    <dgm:pt modelId="{90CE0372-C14A-4B2C-B434-6449D355E2B0}" type="pres">
      <dgm:prSet presAssocID="{AB4762D6-0152-406F-AE76-C21D348060E3}" presName="spacer" presStyleCnt="0"/>
      <dgm:spPr/>
    </dgm:pt>
    <dgm:pt modelId="{CED75058-5224-4A00-9BBB-2A00E62B350C}" type="pres">
      <dgm:prSet presAssocID="{7DBBF0AA-176B-42D7-A886-8270B4A7E19A}" presName="parentText" presStyleLbl="node1" presStyleIdx="2" presStyleCnt="4">
        <dgm:presLayoutVars>
          <dgm:chMax val="0"/>
          <dgm:bulletEnabled val="1"/>
        </dgm:presLayoutVars>
      </dgm:prSet>
      <dgm:spPr/>
    </dgm:pt>
    <dgm:pt modelId="{6D4B3E3F-BAE0-454B-9097-7024F5612480}" type="pres">
      <dgm:prSet presAssocID="{E7DCA62C-2C61-491B-9CFD-73A6D707C701}" presName="spacer" presStyleCnt="0"/>
      <dgm:spPr/>
    </dgm:pt>
    <dgm:pt modelId="{6EA6FC37-71FA-4591-B950-DC1264C44274}" type="pres">
      <dgm:prSet presAssocID="{4D58BF67-1FE9-4497-8C2E-D536AE0DB95E}" presName="parentText" presStyleLbl="node1" presStyleIdx="3" presStyleCnt="4">
        <dgm:presLayoutVars>
          <dgm:chMax val="0"/>
          <dgm:bulletEnabled val="1"/>
        </dgm:presLayoutVars>
      </dgm:prSet>
      <dgm:spPr/>
    </dgm:pt>
  </dgm:ptLst>
  <dgm:cxnLst>
    <dgm:cxn modelId="{81E37E16-7C7C-4074-B12C-14AA6D490D7F}" srcId="{21AF3EF4-E93B-4D20-970F-090824F96CDB}" destId="{9BB1DF70-9AEC-4CE2-A0D6-461C1C27333D}" srcOrd="0" destOrd="0" parTransId="{213AFC5D-2E5E-43D0-B44B-C01DF68DBFFB}" sibTransId="{C2728582-B088-4CFE-B01A-580BE25279E0}"/>
    <dgm:cxn modelId="{40AE6828-87F8-4D39-AA0C-5CB688F72D6C}" srcId="{21AF3EF4-E93B-4D20-970F-090824F96CDB}" destId="{7DBBF0AA-176B-42D7-A886-8270B4A7E19A}" srcOrd="2" destOrd="0" parTransId="{743E1DD7-1FC8-4A7A-A0EE-513357C999E3}" sibTransId="{E7DCA62C-2C61-491B-9CFD-73A6D707C701}"/>
    <dgm:cxn modelId="{887F7C63-3A6C-4C26-8C6C-D27E9F96B945}" type="presOf" srcId="{AA9CF556-472C-4E14-83F1-6D5FA1A52943}" destId="{AB39EA96-09AA-4AFA-9D3B-7B45BC1E71B6}" srcOrd="0" destOrd="0" presId="urn:microsoft.com/office/officeart/2005/8/layout/vList2"/>
    <dgm:cxn modelId="{3A779D4D-65C7-4EF1-9C1A-19D54063F90A}" type="presOf" srcId="{7DBBF0AA-176B-42D7-A886-8270B4A7E19A}" destId="{CED75058-5224-4A00-9BBB-2A00E62B350C}" srcOrd="0" destOrd="0" presId="urn:microsoft.com/office/officeart/2005/8/layout/vList2"/>
    <dgm:cxn modelId="{AAE68F50-72BD-4500-8BA2-F13624AB2C0F}" type="presOf" srcId="{4D58BF67-1FE9-4497-8C2E-D536AE0DB95E}" destId="{6EA6FC37-71FA-4591-B950-DC1264C44274}" srcOrd="0" destOrd="0" presId="urn:microsoft.com/office/officeart/2005/8/layout/vList2"/>
    <dgm:cxn modelId="{05503A55-BEC9-41D6-9BCE-41C0426304E9}" srcId="{21AF3EF4-E93B-4D20-970F-090824F96CDB}" destId="{AA9CF556-472C-4E14-83F1-6D5FA1A52943}" srcOrd="1" destOrd="0" parTransId="{7E290827-6D8F-4C7C-BC20-A004CBBACC05}" sibTransId="{AB4762D6-0152-406F-AE76-C21D348060E3}"/>
    <dgm:cxn modelId="{9013EF55-BED6-4F9B-8C75-E247128D670C}" type="presOf" srcId="{9BB1DF70-9AEC-4CE2-A0D6-461C1C27333D}" destId="{5B1FC5C6-9C60-4D2B-8AE5-4A495166E2A6}" srcOrd="0" destOrd="0" presId="urn:microsoft.com/office/officeart/2005/8/layout/vList2"/>
    <dgm:cxn modelId="{C9E40A7F-4E09-46F2-859E-33A449C6E804}" srcId="{21AF3EF4-E93B-4D20-970F-090824F96CDB}" destId="{4D58BF67-1FE9-4497-8C2E-D536AE0DB95E}" srcOrd="3" destOrd="0" parTransId="{3FEFC85B-1C1A-42B7-B09E-1AA4FC1851FB}" sibTransId="{1668CE92-6A06-4D5C-80D6-44F01F2965F2}"/>
    <dgm:cxn modelId="{34DE4E92-6E2F-4B0C-87E6-05FEDC795964}" type="presOf" srcId="{21AF3EF4-E93B-4D20-970F-090824F96CDB}" destId="{75404EAE-B47A-42F9-9915-B7B15DA852D2}" srcOrd="0" destOrd="0" presId="urn:microsoft.com/office/officeart/2005/8/layout/vList2"/>
    <dgm:cxn modelId="{D2FABCF0-2D82-4764-A105-66586FF3005B}" type="presParOf" srcId="{75404EAE-B47A-42F9-9915-B7B15DA852D2}" destId="{5B1FC5C6-9C60-4D2B-8AE5-4A495166E2A6}" srcOrd="0" destOrd="0" presId="urn:microsoft.com/office/officeart/2005/8/layout/vList2"/>
    <dgm:cxn modelId="{A38B8236-A1C0-4B2B-9B41-AA9CA5D2ACE1}" type="presParOf" srcId="{75404EAE-B47A-42F9-9915-B7B15DA852D2}" destId="{A6B604C5-D73E-47F4-BD3F-E7CA76E49A99}" srcOrd="1" destOrd="0" presId="urn:microsoft.com/office/officeart/2005/8/layout/vList2"/>
    <dgm:cxn modelId="{1F1A524E-45BE-4A5B-B748-3BFB9463B67A}" type="presParOf" srcId="{75404EAE-B47A-42F9-9915-B7B15DA852D2}" destId="{AB39EA96-09AA-4AFA-9D3B-7B45BC1E71B6}" srcOrd="2" destOrd="0" presId="urn:microsoft.com/office/officeart/2005/8/layout/vList2"/>
    <dgm:cxn modelId="{B0766184-93EE-4503-8755-1A544DF78057}" type="presParOf" srcId="{75404EAE-B47A-42F9-9915-B7B15DA852D2}" destId="{90CE0372-C14A-4B2C-B434-6449D355E2B0}" srcOrd="3" destOrd="0" presId="urn:microsoft.com/office/officeart/2005/8/layout/vList2"/>
    <dgm:cxn modelId="{1B351796-0AD3-40A6-B987-96C7D6850607}" type="presParOf" srcId="{75404EAE-B47A-42F9-9915-B7B15DA852D2}" destId="{CED75058-5224-4A00-9BBB-2A00E62B350C}" srcOrd="4" destOrd="0" presId="urn:microsoft.com/office/officeart/2005/8/layout/vList2"/>
    <dgm:cxn modelId="{DD9B5A30-22EF-4776-82CC-4BC6BB278DB6}" type="presParOf" srcId="{75404EAE-B47A-42F9-9915-B7B15DA852D2}" destId="{6D4B3E3F-BAE0-454B-9097-7024F5612480}" srcOrd="5" destOrd="0" presId="urn:microsoft.com/office/officeart/2005/8/layout/vList2"/>
    <dgm:cxn modelId="{A53B8CA9-CF52-42DB-A0B3-96711A1E30C6}" type="presParOf" srcId="{75404EAE-B47A-42F9-9915-B7B15DA852D2}" destId="{6EA6FC37-71FA-4591-B950-DC1264C4427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9256B04-5970-405E-AADB-22C91665CFB0}"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8EC81C05-4CE4-4080-87C9-3584CDED71B8}">
      <dgm:prSet/>
      <dgm:spPr/>
      <dgm:t>
        <a:bodyPr/>
        <a:lstStyle/>
        <a:p>
          <a:pPr>
            <a:defRPr cap="all"/>
          </a:pPr>
          <a:r>
            <a:rPr lang="en-US"/>
            <a:t>• Introduce non-linearity, allowing the network to learn complex, non-linear relationships.</a:t>
          </a:r>
        </a:p>
      </dgm:t>
    </dgm:pt>
    <dgm:pt modelId="{193480E7-3BAB-4563-8F31-68FC06370A93}" type="parTrans" cxnId="{0251A24D-CE0F-49AB-8958-5039B404BA85}">
      <dgm:prSet/>
      <dgm:spPr/>
      <dgm:t>
        <a:bodyPr/>
        <a:lstStyle/>
        <a:p>
          <a:endParaRPr lang="en-US"/>
        </a:p>
      </dgm:t>
    </dgm:pt>
    <dgm:pt modelId="{F3CF94F1-CDB8-42B7-B96A-F0EAC9780AB9}" type="sibTrans" cxnId="{0251A24D-CE0F-49AB-8958-5039B404BA85}">
      <dgm:prSet/>
      <dgm:spPr/>
      <dgm:t>
        <a:bodyPr/>
        <a:lstStyle/>
        <a:p>
          <a:endParaRPr lang="en-US"/>
        </a:p>
      </dgm:t>
    </dgm:pt>
    <dgm:pt modelId="{C4868927-0B2A-41BE-8E44-895FAB4E6DDA}">
      <dgm:prSet/>
      <dgm:spPr/>
      <dgm:t>
        <a:bodyPr/>
        <a:lstStyle/>
        <a:p>
          <a:pPr>
            <a:defRPr cap="all"/>
          </a:pPr>
          <a:r>
            <a:rPr lang="en-US"/>
            <a:t>• ReLU: max(0, x) – widely used in hidden layers.</a:t>
          </a:r>
        </a:p>
      </dgm:t>
    </dgm:pt>
    <dgm:pt modelId="{71D8E002-36E8-4ED8-969E-DC95FA48032B}" type="parTrans" cxnId="{A6DB6CDC-0955-473B-92C3-6FB5B39CDD40}">
      <dgm:prSet/>
      <dgm:spPr/>
      <dgm:t>
        <a:bodyPr/>
        <a:lstStyle/>
        <a:p>
          <a:endParaRPr lang="en-US"/>
        </a:p>
      </dgm:t>
    </dgm:pt>
    <dgm:pt modelId="{1CE7BF9E-876F-438E-ABDD-EE3C9F7EF181}" type="sibTrans" cxnId="{A6DB6CDC-0955-473B-92C3-6FB5B39CDD40}">
      <dgm:prSet/>
      <dgm:spPr/>
      <dgm:t>
        <a:bodyPr/>
        <a:lstStyle/>
        <a:p>
          <a:endParaRPr lang="en-US"/>
        </a:p>
      </dgm:t>
    </dgm:pt>
    <dgm:pt modelId="{61CCDD50-00C3-42AF-AF64-C5ADA2B2D5DF}">
      <dgm:prSet/>
      <dgm:spPr/>
      <dgm:t>
        <a:bodyPr/>
        <a:lstStyle/>
        <a:p>
          <a:pPr>
            <a:defRPr cap="all"/>
          </a:pPr>
          <a:r>
            <a:rPr lang="en-US"/>
            <a:t>• Sigmoid: squashes values to (0, 1), useful for probabilities.</a:t>
          </a:r>
        </a:p>
      </dgm:t>
    </dgm:pt>
    <dgm:pt modelId="{FA3C6293-C420-4ED6-88BD-9EDAC4F267A5}" type="parTrans" cxnId="{C7692351-85B9-4883-B9EB-3C321B74D608}">
      <dgm:prSet/>
      <dgm:spPr/>
      <dgm:t>
        <a:bodyPr/>
        <a:lstStyle/>
        <a:p>
          <a:endParaRPr lang="en-US"/>
        </a:p>
      </dgm:t>
    </dgm:pt>
    <dgm:pt modelId="{D823A1FD-EC50-4FD0-BDA8-9C635956AD32}" type="sibTrans" cxnId="{C7692351-85B9-4883-B9EB-3C321B74D608}">
      <dgm:prSet/>
      <dgm:spPr/>
      <dgm:t>
        <a:bodyPr/>
        <a:lstStyle/>
        <a:p>
          <a:endParaRPr lang="en-US"/>
        </a:p>
      </dgm:t>
    </dgm:pt>
    <dgm:pt modelId="{F3E1056A-7E17-489C-8217-2866C01FB476}">
      <dgm:prSet/>
      <dgm:spPr/>
      <dgm:t>
        <a:bodyPr/>
        <a:lstStyle/>
        <a:p>
          <a:pPr>
            <a:defRPr cap="all"/>
          </a:pPr>
          <a:r>
            <a:rPr lang="en-US"/>
            <a:t>• Tanh: outputs between (−1, 1), sometimes used in recurrent networks.</a:t>
          </a:r>
        </a:p>
      </dgm:t>
    </dgm:pt>
    <dgm:pt modelId="{B8CBFABD-7665-4C9D-BD75-25C631ADE81D}" type="parTrans" cxnId="{27D3F873-A7BA-416B-A8C0-4FC185860A02}">
      <dgm:prSet/>
      <dgm:spPr/>
      <dgm:t>
        <a:bodyPr/>
        <a:lstStyle/>
        <a:p>
          <a:endParaRPr lang="en-US"/>
        </a:p>
      </dgm:t>
    </dgm:pt>
    <dgm:pt modelId="{B7D52974-9322-4864-8C1A-652DB91A6812}" type="sibTrans" cxnId="{27D3F873-A7BA-416B-A8C0-4FC185860A02}">
      <dgm:prSet/>
      <dgm:spPr/>
      <dgm:t>
        <a:bodyPr/>
        <a:lstStyle/>
        <a:p>
          <a:endParaRPr lang="en-US"/>
        </a:p>
      </dgm:t>
    </dgm:pt>
    <dgm:pt modelId="{148726FB-7A65-4A85-80D8-4852D0E92CE5}">
      <dgm:prSet/>
      <dgm:spPr/>
      <dgm:t>
        <a:bodyPr/>
        <a:lstStyle/>
        <a:p>
          <a:pPr>
            <a:defRPr cap="all"/>
          </a:pPr>
          <a:r>
            <a:rPr lang="en-US"/>
            <a:t>• Without activation functions, a neural network behaves like a simple linear model.</a:t>
          </a:r>
        </a:p>
      </dgm:t>
    </dgm:pt>
    <dgm:pt modelId="{999C2CA8-AE32-43C2-BDCE-1E7618F03B0D}" type="parTrans" cxnId="{195BBD21-563E-44EC-9D3C-1C242FD6ECEF}">
      <dgm:prSet/>
      <dgm:spPr/>
      <dgm:t>
        <a:bodyPr/>
        <a:lstStyle/>
        <a:p>
          <a:endParaRPr lang="en-US"/>
        </a:p>
      </dgm:t>
    </dgm:pt>
    <dgm:pt modelId="{88FD00F8-6E20-4108-B5EB-581EB6642F92}" type="sibTrans" cxnId="{195BBD21-563E-44EC-9D3C-1C242FD6ECEF}">
      <dgm:prSet/>
      <dgm:spPr/>
      <dgm:t>
        <a:bodyPr/>
        <a:lstStyle/>
        <a:p>
          <a:endParaRPr lang="en-US"/>
        </a:p>
      </dgm:t>
    </dgm:pt>
    <dgm:pt modelId="{0A2FCC25-2514-46B6-969D-578FC9DD1A14}" type="pres">
      <dgm:prSet presAssocID="{59256B04-5970-405E-AADB-22C91665CFB0}" presName="root" presStyleCnt="0">
        <dgm:presLayoutVars>
          <dgm:dir/>
          <dgm:resizeHandles val="exact"/>
        </dgm:presLayoutVars>
      </dgm:prSet>
      <dgm:spPr/>
    </dgm:pt>
    <dgm:pt modelId="{C0247388-77B4-4793-840B-21C15AE50671}" type="pres">
      <dgm:prSet presAssocID="{8EC81C05-4CE4-4080-87C9-3584CDED71B8}" presName="compNode" presStyleCnt="0"/>
      <dgm:spPr/>
    </dgm:pt>
    <dgm:pt modelId="{98724F4A-5457-4DD1-B8EF-58D9B0AA74DF}" type="pres">
      <dgm:prSet presAssocID="{8EC81C05-4CE4-4080-87C9-3584CDED71B8}" presName="iconBgRect" presStyleLbl="bgShp" presStyleIdx="0" presStyleCnt="5"/>
      <dgm:spPr/>
    </dgm:pt>
    <dgm:pt modelId="{005C2DC7-4DEF-45FB-8D4D-AFFC6F5630B7}" type="pres">
      <dgm:prSet presAssocID="{8EC81C05-4CE4-4080-87C9-3584CDED71B8}"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nching Diagram"/>
        </a:ext>
      </dgm:extLst>
    </dgm:pt>
    <dgm:pt modelId="{213AF9A3-7926-4A39-8DE2-765BEFE3B7C9}" type="pres">
      <dgm:prSet presAssocID="{8EC81C05-4CE4-4080-87C9-3584CDED71B8}" presName="spaceRect" presStyleCnt="0"/>
      <dgm:spPr/>
    </dgm:pt>
    <dgm:pt modelId="{F78E0C67-1F52-4C27-B32F-4CFD0641658E}" type="pres">
      <dgm:prSet presAssocID="{8EC81C05-4CE4-4080-87C9-3584CDED71B8}" presName="textRect" presStyleLbl="revTx" presStyleIdx="0" presStyleCnt="5">
        <dgm:presLayoutVars>
          <dgm:chMax val="1"/>
          <dgm:chPref val="1"/>
        </dgm:presLayoutVars>
      </dgm:prSet>
      <dgm:spPr/>
    </dgm:pt>
    <dgm:pt modelId="{FC558A0C-BB47-498A-A038-A9554D8F565E}" type="pres">
      <dgm:prSet presAssocID="{F3CF94F1-CDB8-42B7-B96A-F0EAC9780AB9}" presName="sibTrans" presStyleCnt="0"/>
      <dgm:spPr/>
    </dgm:pt>
    <dgm:pt modelId="{5CB1730E-B5F9-403F-A297-A32AA49F3DFC}" type="pres">
      <dgm:prSet presAssocID="{C4868927-0B2A-41BE-8E44-895FAB4E6DDA}" presName="compNode" presStyleCnt="0"/>
      <dgm:spPr/>
    </dgm:pt>
    <dgm:pt modelId="{14E5196D-6A42-4BF1-8276-596E649C923E}" type="pres">
      <dgm:prSet presAssocID="{C4868927-0B2A-41BE-8E44-895FAB4E6DDA}" presName="iconBgRect" presStyleLbl="bgShp" presStyleIdx="1" presStyleCnt="5"/>
      <dgm:spPr/>
    </dgm:pt>
    <dgm:pt modelId="{7A40729D-2938-428F-B940-8BEF485091BB}" type="pres">
      <dgm:prSet presAssocID="{C4868927-0B2A-41BE-8E44-895FAB4E6DDA}"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185C4747-E9EA-4920-8577-268B35657ACA}" type="pres">
      <dgm:prSet presAssocID="{C4868927-0B2A-41BE-8E44-895FAB4E6DDA}" presName="spaceRect" presStyleCnt="0"/>
      <dgm:spPr/>
    </dgm:pt>
    <dgm:pt modelId="{50AD7472-5343-429E-B81D-6D72A65E53D9}" type="pres">
      <dgm:prSet presAssocID="{C4868927-0B2A-41BE-8E44-895FAB4E6DDA}" presName="textRect" presStyleLbl="revTx" presStyleIdx="1" presStyleCnt="5">
        <dgm:presLayoutVars>
          <dgm:chMax val="1"/>
          <dgm:chPref val="1"/>
        </dgm:presLayoutVars>
      </dgm:prSet>
      <dgm:spPr/>
    </dgm:pt>
    <dgm:pt modelId="{837240EB-8228-426A-9AA0-4BB3D0D4FCEE}" type="pres">
      <dgm:prSet presAssocID="{1CE7BF9E-876F-438E-ABDD-EE3C9F7EF181}" presName="sibTrans" presStyleCnt="0"/>
      <dgm:spPr/>
    </dgm:pt>
    <dgm:pt modelId="{584D1CFC-5A42-42B6-AF80-32B15FB67150}" type="pres">
      <dgm:prSet presAssocID="{61CCDD50-00C3-42AF-AF64-C5ADA2B2D5DF}" presName="compNode" presStyleCnt="0"/>
      <dgm:spPr/>
    </dgm:pt>
    <dgm:pt modelId="{01D3BCD1-D297-40BA-BAB4-8D278BBBE2BA}" type="pres">
      <dgm:prSet presAssocID="{61CCDD50-00C3-42AF-AF64-C5ADA2B2D5DF}" presName="iconBgRect" presStyleLbl="bgShp" presStyleIdx="2" presStyleCnt="5"/>
      <dgm:spPr/>
    </dgm:pt>
    <dgm:pt modelId="{3988870E-FE88-40CF-9605-8C7A10D698EE}" type="pres">
      <dgm:prSet presAssocID="{61CCDD50-00C3-42AF-AF64-C5ADA2B2D5D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umpkin"/>
        </a:ext>
      </dgm:extLst>
    </dgm:pt>
    <dgm:pt modelId="{026A55AA-FE25-45C4-9C54-BECF34624293}" type="pres">
      <dgm:prSet presAssocID="{61CCDD50-00C3-42AF-AF64-C5ADA2B2D5DF}" presName="spaceRect" presStyleCnt="0"/>
      <dgm:spPr/>
    </dgm:pt>
    <dgm:pt modelId="{34FCFBA9-AD81-4731-B39C-16215E4392F6}" type="pres">
      <dgm:prSet presAssocID="{61CCDD50-00C3-42AF-AF64-C5ADA2B2D5DF}" presName="textRect" presStyleLbl="revTx" presStyleIdx="2" presStyleCnt="5">
        <dgm:presLayoutVars>
          <dgm:chMax val="1"/>
          <dgm:chPref val="1"/>
        </dgm:presLayoutVars>
      </dgm:prSet>
      <dgm:spPr/>
    </dgm:pt>
    <dgm:pt modelId="{6A781EDF-32A8-48B8-A031-4E1297B546B7}" type="pres">
      <dgm:prSet presAssocID="{D823A1FD-EC50-4FD0-BDA8-9C635956AD32}" presName="sibTrans" presStyleCnt="0"/>
      <dgm:spPr/>
    </dgm:pt>
    <dgm:pt modelId="{F21430D3-428A-4BA1-8BBB-3A211D3F959E}" type="pres">
      <dgm:prSet presAssocID="{F3E1056A-7E17-489C-8217-2866C01FB476}" presName="compNode" presStyleCnt="0"/>
      <dgm:spPr/>
    </dgm:pt>
    <dgm:pt modelId="{B46A3B20-E3CE-418F-BB16-C2A2B7D65AFF}" type="pres">
      <dgm:prSet presAssocID="{F3E1056A-7E17-489C-8217-2866C01FB476}" presName="iconBgRect" presStyleLbl="bgShp" presStyleIdx="3" presStyleCnt="5"/>
      <dgm:spPr/>
    </dgm:pt>
    <dgm:pt modelId="{E7FC0DA0-40CB-483F-ADEE-B9255DFA3634}" type="pres">
      <dgm:prSet presAssocID="{F3E1056A-7E17-489C-8217-2866C01FB47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D7F9D2C1-A6FC-4108-8FDA-16CAB18982C7}" type="pres">
      <dgm:prSet presAssocID="{F3E1056A-7E17-489C-8217-2866C01FB476}" presName="spaceRect" presStyleCnt="0"/>
      <dgm:spPr/>
    </dgm:pt>
    <dgm:pt modelId="{BE655B98-63D6-468E-AB85-9AF9E6E765A7}" type="pres">
      <dgm:prSet presAssocID="{F3E1056A-7E17-489C-8217-2866C01FB476}" presName="textRect" presStyleLbl="revTx" presStyleIdx="3" presStyleCnt="5">
        <dgm:presLayoutVars>
          <dgm:chMax val="1"/>
          <dgm:chPref val="1"/>
        </dgm:presLayoutVars>
      </dgm:prSet>
      <dgm:spPr/>
    </dgm:pt>
    <dgm:pt modelId="{8F217A76-1266-4BD3-A865-BD76A5B8F38F}" type="pres">
      <dgm:prSet presAssocID="{B7D52974-9322-4864-8C1A-652DB91A6812}" presName="sibTrans" presStyleCnt="0"/>
      <dgm:spPr/>
    </dgm:pt>
    <dgm:pt modelId="{EA27C37C-D2B5-4D61-B7C0-D22E3A450C6E}" type="pres">
      <dgm:prSet presAssocID="{148726FB-7A65-4A85-80D8-4852D0E92CE5}" presName="compNode" presStyleCnt="0"/>
      <dgm:spPr/>
    </dgm:pt>
    <dgm:pt modelId="{38F31734-3808-4DCE-A6B2-5DD134636225}" type="pres">
      <dgm:prSet presAssocID="{148726FB-7A65-4A85-80D8-4852D0E92CE5}" presName="iconBgRect" presStyleLbl="bgShp" presStyleIdx="4" presStyleCnt="5"/>
      <dgm:spPr/>
    </dgm:pt>
    <dgm:pt modelId="{2AD164AB-083D-47DC-B22A-F853D34C2D62}" type="pres">
      <dgm:prSet presAssocID="{148726FB-7A65-4A85-80D8-4852D0E92CE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Network Diagram"/>
        </a:ext>
      </dgm:extLst>
    </dgm:pt>
    <dgm:pt modelId="{BC5B6E14-F39B-408B-9B3B-CF983AA2E71F}" type="pres">
      <dgm:prSet presAssocID="{148726FB-7A65-4A85-80D8-4852D0E92CE5}" presName="spaceRect" presStyleCnt="0"/>
      <dgm:spPr/>
    </dgm:pt>
    <dgm:pt modelId="{23F8AD74-B892-4E38-B866-0C9F630A8FC7}" type="pres">
      <dgm:prSet presAssocID="{148726FB-7A65-4A85-80D8-4852D0E92CE5}" presName="textRect" presStyleLbl="revTx" presStyleIdx="4" presStyleCnt="5">
        <dgm:presLayoutVars>
          <dgm:chMax val="1"/>
          <dgm:chPref val="1"/>
        </dgm:presLayoutVars>
      </dgm:prSet>
      <dgm:spPr/>
    </dgm:pt>
  </dgm:ptLst>
  <dgm:cxnLst>
    <dgm:cxn modelId="{CA2B9913-905C-42A8-975A-1BD836F99B49}" type="presOf" srcId="{F3E1056A-7E17-489C-8217-2866C01FB476}" destId="{BE655B98-63D6-468E-AB85-9AF9E6E765A7}" srcOrd="0" destOrd="0" presId="urn:microsoft.com/office/officeart/2018/5/layout/IconCircleLabelList"/>
    <dgm:cxn modelId="{195BBD21-563E-44EC-9D3C-1C242FD6ECEF}" srcId="{59256B04-5970-405E-AADB-22C91665CFB0}" destId="{148726FB-7A65-4A85-80D8-4852D0E92CE5}" srcOrd="4" destOrd="0" parTransId="{999C2CA8-AE32-43C2-BDCE-1E7618F03B0D}" sibTransId="{88FD00F8-6E20-4108-B5EB-581EB6642F92}"/>
    <dgm:cxn modelId="{0251A24D-CE0F-49AB-8958-5039B404BA85}" srcId="{59256B04-5970-405E-AADB-22C91665CFB0}" destId="{8EC81C05-4CE4-4080-87C9-3584CDED71B8}" srcOrd="0" destOrd="0" parTransId="{193480E7-3BAB-4563-8F31-68FC06370A93}" sibTransId="{F3CF94F1-CDB8-42B7-B96A-F0EAC9780AB9}"/>
    <dgm:cxn modelId="{C7692351-85B9-4883-B9EB-3C321B74D608}" srcId="{59256B04-5970-405E-AADB-22C91665CFB0}" destId="{61CCDD50-00C3-42AF-AF64-C5ADA2B2D5DF}" srcOrd="2" destOrd="0" parTransId="{FA3C6293-C420-4ED6-88BD-9EDAC4F267A5}" sibTransId="{D823A1FD-EC50-4FD0-BDA8-9C635956AD32}"/>
    <dgm:cxn modelId="{27D3F873-A7BA-416B-A8C0-4FC185860A02}" srcId="{59256B04-5970-405E-AADB-22C91665CFB0}" destId="{F3E1056A-7E17-489C-8217-2866C01FB476}" srcOrd="3" destOrd="0" parTransId="{B8CBFABD-7665-4C9D-BD75-25C631ADE81D}" sibTransId="{B7D52974-9322-4864-8C1A-652DB91A6812}"/>
    <dgm:cxn modelId="{94E54F58-69A2-4E39-A27D-B06ACFF8D46A}" type="presOf" srcId="{C4868927-0B2A-41BE-8E44-895FAB4E6DDA}" destId="{50AD7472-5343-429E-B81D-6D72A65E53D9}" srcOrd="0" destOrd="0" presId="urn:microsoft.com/office/officeart/2018/5/layout/IconCircleLabelList"/>
    <dgm:cxn modelId="{C6B5169F-C37B-48A2-AD2B-7492F767F574}" type="presOf" srcId="{61CCDD50-00C3-42AF-AF64-C5ADA2B2D5DF}" destId="{34FCFBA9-AD81-4731-B39C-16215E4392F6}" srcOrd="0" destOrd="0" presId="urn:microsoft.com/office/officeart/2018/5/layout/IconCircleLabelList"/>
    <dgm:cxn modelId="{0219E79F-6947-4423-8323-9A9204F7ACDC}" type="presOf" srcId="{8EC81C05-4CE4-4080-87C9-3584CDED71B8}" destId="{F78E0C67-1F52-4C27-B32F-4CFD0641658E}" srcOrd="0" destOrd="0" presId="urn:microsoft.com/office/officeart/2018/5/layout/IconCircleLabelList"/>
    <dgm:cxn modelId="{BE289DC4-4685-4498-BE6C-FA0E5C625389}" type="presOf" srcId="{59256B04-5970-405E-AADB-22C91665CFB0}" destId="{0A2FCC25-2514-46B6-969D-578FC9DD1A14}" srcOrd="0" destOrd="0" presId="urn:microsoft.com/office/officeart/2018/5/layout/IconCircleLabelList"/>
    <dgm:cxn modelId="{A6DB6CDC-0955-473B-92C3-6FB5B39CDD40}" srcId="{59256B04-5970-405E-AADB-22C91665CFB0}" destId="{C4868927-0B2A-41BE-8E44-895FAB4E6DDA}" srcOrd="1" destOrd="0" parTransId="{71D8E002-36E8-4ED8-969E-DC95FA48032B}" sibTransId="{1CE7BF9E-876F-438E-ABDD-EE3C9F7EF181}"/>
    <dgm:cxn modelId="{B1FDE0F1-6C8E-457D-BB59-5034176C28F5}" type="presOf" srcId="{148726FB-7A65-4A85-80D8-4852D0E92CE5}" destId="{23F8AD74-B892-4E38-B866-0C9F630A8FC7}" srcOrd="0" destOrd="0" presId="urn:microsoft.com/office/officeart/2018/5/layout/IconCircleLabelList"/>
    <dgm:cxn modelId="{FBC5CA95-F871-47D7-B20D-DA289BDEC6AB}" type="presParOf" srcId="{0A2FCC25-2514-46B6-969D-578FC9DD1A14}" destId="{C0247388-77B4-4793-840B-21C15AE50671}" srcOrd="0" destOrd="0" presId="urn:microsoft.com/office/officeart/2018/5/layout/IconCircleLabelList"/>
    <dgm:cxn modelId="{7F35B63D-29F4-4201-899E-F88DA3ECC496}" type="presParOf" srcId="{C0247388-77B4-4793-840B-21C15AE50671}" destId="{98724F4A-5457-4DD1-B8EF-58D9B0AA74DF}" srcOrd="0" destOrd="0" presId="urn:microsoft.com/office/officeart/2018/5/layout/IconCircleLabelList"/>
    <dgm:cxn modelId="{C23B0C50-9034-40F7-A3E3-6E0A4A486B14}" type="presParOf" srcId="{C0247388-77B4-4793-840B-21C15AE50671}" destId="{005C2DC7-4DEF-45FB-8D4D-AFFC6F5630B7}" srcOrd="1" destOrd="0" presId="urn:microsoft.com/office/officeart/2018/5/layout/IconCircleLabelList"/>
    <dgm:cxn modelId="{9F719995-9232-4B03-B255-724512F657F8}" type="presParOf" srcId="{C0247388-77B4-4793-840B-21C15AE50671}" destId="{213AF9A3-7926-4A39-8DE2-765BEFE3B7C9}" srcOrd="2" destOrd="0" presId="urn:microsoft.com/office/officeart/2018/5/layout/IconCircleLabelList"/>
    <dgm:cxn modelId="{2773DA55-E56E-4C7F-AB21-3338359A43CA}" type="presParOf" srcId="{C0247388-77B4-4793-840B-21C15AE50671}" destId="{F78E0C67-1F52-4C27-B32F-4CFD0641658E}" srcOrd="3" destOrd="0" presId="urn:microsoft.com/office/officeart/2018/5/layout/IconCircleLabelList"/>
    <dgm:cxn modelId="{F987C008-7A73-4571-ADF9-646B713EB3CB}" type="presParOf" srcId="{0A2FCC25-2514-46B6-969D-578FC9DD1A14}" destId="{FC558A0C-BB47-498A-A038-A9554D8F565E}" srcOrd="1" destOrd="0" presId="urn:microsoft.com/office/officeart/2018/5/layout/IconCircleLabelList"/>
    <dgm:cxn modelId="{9AEB303A-768B-4060-ABFB-1BAC6608BCA1}" type="presParOf" srcId="{0A2FCC25-2514-46B6-969D-578FC9DD1A14}" destId="{5CB1730E-B5F9-403F-A297-A32AA49F3DFC}" srcOrd="2" destOrd="0" presId="urn:microsoft.com/office/officeart/2018/5/layout/IconCircleLabelList"/>
    <dgm:cxn modelId="{BDA697DB-2B0C-4704-96FF-6D675FC91D67}" type="presParOf" srcId="{5CB1730E-B5F9-403F-A297-A32AA49F3DFC}" destId="{14E5196D-6A42-4BF1-8276-596E649C923E}" srcOrd="0" destOrd="0" presId="urn:microsoft.com/office/officeart/2018/5/layout/IconCircleLabelList"/>
    <dgm:cxn modelId="{076BFCE1-1430-46B9-851E-2AB528F7F5DF}" type="presParOf" srcId="{5CB1730E-B5F9-403F-A297-A32AA49F3DFC}" destId="{7A40729D-2938-428F-B940-8BEF485091BB}" srcOrd="1" destOrd="0" presId="urn:microsoft.com/office/officeart/2018/5/layout/IconCircleLabelList"/>
    <dgm:cxn modelId="{F7F31657-606F-41AB-A8A9-8EE4E2E60709}" type="presParOf" srcId="{5CB1730E-B5F9-403F-A297-A32AA49F3DFC}" destId="{185C4747-E9EA-4920-8577-268B35657ACA}" srcOrd="2" destOrd="0" presId="urn:microsoft.com/office/officeart/2018/5/layout/IconCircleLabelList"/>
    <dgm:cxn modelId="{4BC05E05-CA6B-4A70-8352-0FCBE3D79454}" type="presParOf" srcId="{5CB1730E-B5F9-403F-A297-A32AA49F3DFC}" destId="{50AD7472-5343-429E-B81D-6D72A65E53D9}" srcOrd="3" destOrd="0" presId="urn:microsoft.com/office/officeart/2018/5/layout/IconCircleLabelList"/>
    <dgm:cxn modelId="{F595ABFB-CBD1-4CDA-B73D-2DA849E05FBB}" type="presParOf" srcId="{0A2FCC25-2514-46B6-969D-578FC9DD1A14}" destId="{837240EB-8228-426A-9AA0-4BB3D0D4FCEE}" srcOrd="3" destOrd="0" presId="urn:microsoft.com/office/officeart/2018/5/layout/IconCircleLabelList"/>
    <dgm:cxn modelId="{D8015F07-60D9-4342-8999-E91BC941142E}" type="presParOf" srcId="{0A2FCC25-2514-46B6-969D-578FC9DD1A14}" destId="{584D1CFC-5A42-42B6-AF80-32B15FB67150}" srcOrd="4" destOrd="0" presId="urn:microsoft.com/office/officeart/2018/5/layout/IconCircleLabelList"/>
    <dgm:cxn modelId="{31D4113D-C9F2-4E94-9287-4AD659B97BAD}" type="presParOf" srcId="{584D1CFC-5A42-42B6-AF80-32B15FB67150}" destId="{01D3BCD1-D297-40BA-BAB4-8D278BBBE2BA}" srcOrd="0" destOrd="0" presId="urn:microsoft.com/office/officeart/2018/5/layout/IconCircleLabelList"/>
    <dgm:cxn modelId="{CEFC59FC-470E-40CD-BD4F-6BB40F6997CE}" type="presParOf" srcId="{584D1CFC-5A42-42B6-AF80-32B15FB67150}" destId="{3988870E-FE88-40CF-9605-8C7A10D698EE}" srcOrd="1" destOrd="0" presId="urn:microsoft.com/office/officeart/2018/5/layout/IconCircleLabelList"/>
    <dgm:cxn modelId="{95DE743C-45D2-4C9B-8DDB-3EB0F0EB309F}" type="presParOf" srcId="{584D1CFC-5A42-42B6-AF80-32B15FB67150}" destId="{026A55AA-FE25-45C4-9C54-BECF34624293}" srcOrd="2" destOrd="0" presId="urn:microsoft.com/office/officeart/2018/5/layout/IconCircleLabelList"/>
    <dgm:cxn modelId="{2BFAEEA1-422D-4BAC-9273-5960486A5CEB}" type="presParOf" srcId="{584D1CFC-5A42-42B6-AF80-32B15FB67150}" destId="{34FCFBA9-AD81-4731-B39C-16215E4392F6}" srcOrd="3" destOrd="0" presId="urn:microsoft.com/office/officeart/2018/5/layout/IconCircleLabelList"/>
    <dgm:cxn modelId="{DB6C5F74-C3E5-48B4-8DA9-AB4E2822EA87}" type="presParOf" srcId="{0A2FCC25-2514-46B6-969D-578FC9DD1A14}" destId="{6A781EDF-32A8-48B8-A031-4E1297B546B7}" srcOrd="5" destOrd="0" presId="urn:microsoft.com/office/officeart/2018/5/layout/IconCircleLabelList"/>
    <dgm:cxn modelId="{4DBCF7CB-AC2B-406C-B5C2-A4C3455AC534}" type="presParOf" srcId="{0A2FCC25-2514-46B6-969D-578FC9DD1A14}" destId="{F21430D3-428A-4BA1-8BBB-3A211D3F959E}" srcOrd="6" destOrd="0" presId="urn:microsoft.com/office/officeart/2018/5/layout/IconCircleLabelList"/>
    <dgm:cxn modelId="{20334AAD-00C8-44A9-9A22-B7D81B68835D}" type="presParOf" srcId="{F21430D3-428A-4BA1-8BBB-3A211D3F959E}" destId="{B46A3B20-E3CE-418F-BB16-C2A2B7D65AFF}" srcOrd="0" destOrd="0" presId="urn:microsoft.com/office/officeart/2018/5/layout/IconCircleLabelList"/>
    <dgm:cxn modelId="{C4FE80A8-A33E-4E77-B1C3-F865B35C94AA}" type="presParOf" srcId="{F21430D3-428A-4BA1-8BBB-3A211D3F959E}" destId="{E7FC0DA0-40CB-483F-ADEE-B9255DFA3634}" srcOrd="1" destOrd="0" presId="urn:microsoft.com/office/officeart/2018/5/layout/IconCircleLabelList"/>
    <dgm:cxn modelId="{A12FC81A-9635-4D5A-9179-8AD224A65AAD}" type="presParOf" srcId="{F21430D3-428A-4BA1-8BBB-3A211D3F959E}" destId="{D7F9D2C1-A6FC-4108-8FDA-16CAB18982C7}" srcOrd="2" destOrd="0" presId="urn:microsoft.com/office/officeart/2018/5/layout/IconCircleLabelList"/>
    <dgm:cxn modelId="{A01FEBF1-DA39-42B6-82B7-1191C69622FC}" type="presParOf" srcId="{F21430D3-428A-4BA1-8BBB-3A211D3F959E}" destId="{BE655B98-63D6-468E-AB85-9AF9E6E765A7}" srcOrd="3" destOrd="0" presId="urn:microsoft.com/office/officeart/2018/5/layout/IconCircleLabelList"/>
    <dgm:cxn modelId="{08E36846-3E9E-4389-BB46-BF1104B7E3BB}" type="presParOf" srcId="{0A2FCC25-2514-46B6-969D-578FC9DD1A14}" destId="{8F217A76-1266-4BD3-A865-BD76A5B8F38F}" srcOrd="7" destOrd="0" presId="urn:microsoft.com/office/officeart/2018/5/layout/IconCircleLabelList"/>
    <dgm:cxn modelId="{C43A62D7-EA3D-44C2-8684-FF983FA7B45D}" type="presParOf" srcId="{0A2FCC25-2514-46B6-969D-578FC9DD1A14}" destId="{EA27C37C-D2B5-4D61-B7C0-D22E3A450C6E}" srcOrd="8" destOrd="0" presId="urn:microsoft.com/office/officeart/2018/5/layout/IconCircleLabelList"/>
    <dgm:cxn modelId="{ADB6A263-3A1E-4450-9891-7294DB43F84A}" type="presParOf" srcId="{EA27C37C-D2B5-4D61-B7C0-D22E3A450C6E}" destId="{38F31734-3808-4DCE-A6B2-5DD134636225}" srcOrd="0" destOrd="0" presId="urn:microsoft.com/office/officeart/2018/5/layout/IconCircleLabelList"/>
    <dgm:cxn modelId="{107D0113-76F0-482E-AFF5-3AFE02504666}" type="presParOf" srcId="{EA27C37C-D2B5-4D61-B7C0-D22E3A450C6E}" destId="{2AD164AB-083D-47DC-B22A-F853D34C2D62}" srcOrd="1" destOrd="0" presId="urn:microsoft.com/office/officeart/2018/5/layout/IconCircleLabelList"/>
    <dgm:cxn modelId="{B99516DF-78D3-4C80-BC6D-34C19542C367}" type="presParOf" srcId="{EA27C37C-D2B5-4D61-B7C0-D22E3A450C6E}" destId="{BC5B6E14-F39B-408B-9B3B-CF983AA2E71F}" srcOrd="2" destOrd="0" presId="urn:microsoft.com/office/officeart/2018/5/layout/IconCircleLabelList"/>
    <dgm:cxn modelId="{CB2EBEA5-C9EE-4A74-A24F-FAA46B8C75CA}" type="presParOf" srcId="{EA27C37C-D2B5-4D61-B7C0-D22E3A450C6E}" destId="{23F8AD74-B892-4E38-B866-0C9F630A8FC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1998BB7-F139-4874-9E7B-3A88D5A5E5E0}"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2CE7F51F-3CA7-4DF5-8542-A320F8FFA8D2}">
      <dgm:prSet/>
      <dgm:spPr/>
      <dgm:t>
        <a:bodyPr/>
        <a:lstStyle/>
        <a:p>
          <a:r>
            <a:rPr lang="en-US"/>
            <a:t>• Measures how far the network’s predictions are from the true labels.</a:t>
          </a:r>
        </a:p>
      </dgm:t>
    </dgm:pt>
    <dgm:pt modelId="{5B7219C4-C5B1-4FEC-9413-37DA62715621}" type="parTrans" cxnId="{08D30FA8-67FF-4E85-A614-2945DFB44FE5}">
      <dgm:prSet/>
      <dgm:spPr/>
      <dgm:t>
        <a:bodyPr/>
        <a:lstStyle/>
        <a:p>
          <a:endParaRPr lang="en-US"/>
        </a:p>
      </dgm:t>
    </dgm:pt>
    <dgm:pt modelId="{E69D0CD9-3A86-44C7-9A68-1605FAF0C153}" type="sibTrans" cxnId="{08D30FA8-67FF-4E85-A614-2945DFB44FE5}">
      <dgm:prSet/>
      <dgm:spPr/>
      <dgm:t>
        <a:bodyPr/>
        <a:lstStyle/>
        <a:p>
          <a:endParaRPr lang="en-US"/>
        </a:p>
      </dgm:t>
    </dgm:pt>
    <dgm:pt modelId="{CCC5095F-91E6-4FA2-9C13-88DB9C1A7D57}">
      <dgm:prSet/>
      <dgm:spPr/>
      <dgm:t>
        <a:bodyPr/>
        <a:lstStyle/>
        <a:p>
          <a:r>
            <a:rPr lang="en-US"/>
            <a:t>• Guides learning by providing a single scalar 'error' value to minimize.</a:t>
          </a:r>
        </a:p>
      </dgm:t>
    </dgm:pt>
    <dgm:pt modelId="{3F07F68E-580B-41EA-B5C8-08BD63FEC35C}" type="parTrans" cxnId="{30215C3A-01C5-48CA-A647-E9D7644E444F}">
      <dgm:prSet/>
      <dgm:spPr/>
      <dgm:t>
        <a:bodyPr/>
        <a:lstStyle/>
        <a:p>
          <a:endParaRPr lang="en-US"/>
        </a:p>
      </dgm:t>
    </dgm:pt>
    <dgm:pt modelId="{7E2E8881-E136-478E-975E-96E8541647AD}" type="sibTrans" cxnId="{30215C3A-01C5-48CA-A647-E9D7644E444F}">
      <dgm:prSet/>
      <dgm:spPr/>
      <dgm:t>
        <a:bodyPr/>
        <a:lstStyle/>
        <a:p>
          <a:endParaRPr lang="en-US"/>
        </a:p>
      </dgm:t>
    </dgm:pt>
    <dgm:pt modelId="{00B0407B-50CA-4042-8211-3F8466E4057E}">
      <dgm:prSet/>
      <dgm:spPr/>
      <dgm:t>
        <a:bodyPr/>
        <a:lstStyle/>
        <a:p>
          <a:r>
            <a:rPr lang="en-US"/>
            <a:t>• Mean Squared Error (MSE): common for regression problems.</a:t>
          </a:r>
        </a:p>
      </dgm:t>
    </dgm:pt>
    <dgm:pt modelId="{53B0867F-7953-4228-99DD-E76B57C0B0F8}" type="parTrans" cxnId="{93C86A43-5BA7-40FC-95B9-A252AC35C2F7}">
      <dgm:prSet/>
      <dgm:spPr/>
      <dgm:t>
        <a:bodyPr/>
        <a:lstStyle/>
        <a:p>
          <a:endParaRPr lang="en-US"/>
        </a:p>
      </dgm:t>
    </dgm:pt>
    <dgm:pt modelId="{5CF1AF35-EE91-4667-9B88-8EA4E03B2DB9}" type="sibTrans" cxnId="{93C86A43-5BA7-40FC-95B9-A252AC35C2F7}">
      <dgm:prSet/>
      <dgm:spPr/>
      <dgm:t>
        <a:bodyPr/>
        <a:lstStyle/>
        <a:p>
          <a:endParaRPr lang="en-US"/>
        </a:p>
      </dgm:t>
    </dgm:pt>
    <dgm:pt modelId="{3C82904D-629F-42CC-871D-99D618BD12A9}">
      <dgm:prSet/>
      <dgm:spPr/>
      <dgm:t>
        <a:bodyPr/>
        <a:lstStyle/>
        <a:p>
          <a:r>
            <a:rPr lang="en-US"/>
            <a:t>• Cross-Entropy Loss: common for classification problems.</a:t>
          </a:r>
        </a:p>
      </dgm:t>
    </dgm:pt>
    <dgm:pt modelId="{BAE2E6AD-D9C0-48FA-8406-372921B7E891}" type="parTrans" cxnId="{87304F71-A897-4416-AB2D-A20838E5AD58}">
      <dgm:prSet/>
      <dgm:spPr/>
      <dgm:t>
        <a:bodyPr/>
        <a:lstStyle/>
        <a:p>
          <a:endParaRPr lang="en-US"/>
        </a:p>
      </dgm:t>
    </dgm:pt>
    <dgm:pt modelId="{1BA8060D-F845-4381-BACE-0B5F264C6C1E}" type="sibTrans" cxnId="{87304F71-A897-4416-AB2D-A20838E5AD58}">
      <dgm:prSet/>
      <dgm:spPr/>
      <dgm:t>
        <a:bodyPr/>
        <a:lstStyle/>
        <a:p>
          <a:endParaRPr lang="en-US"/>
        </a:p>
      </dgm:t>
    </dgm:pt>
    <dgm:pt modelId="{302AD7F6-1A98-4C6E-B50E-EDC44EA5D424}">
      <dgm:prSet/>
      <dgm:spPr/>
      <dgm:t>
        <a:bodyPr/>
        <a:lstStyle/>
        <a:p>
          <a:r>
            <a:rPr lang="en-US"/>
            <a:t>• Lower loss indicates better alignment between predictions and actual outcomes.</a:t>
          </a:r>
        </a:p>
      </dgm:t>
    </dgm:pt>
    <dgm:pt modelId="{DF085518-6E8D-425E-B2E9-27235A8F42C3}" type="parTrans" cxnId="{D2663774-629E-486A-9344-DB987E727AA5}">
      <dgm:prSet/>
      <dgm:spPr/>
      <dgm:t>
        <a:bodyPr/>
        <a:lstStyle/>
        <a:p>
          <a:endParaRPr lang="en-US"/>
        </a:p>
      </dgm:t>
    </dgm:pt>
    <dgm:pt modelId="{D3D94E85-1D30-4BA2-859D-220E1A0405C4}" type="sibTrans" cxnId="{D2663774-629E-486A-9344-DB987E727AA5}">
      <dgm:prSet/>
      <dgm:spPr/>
      <dgm:t>
        <a:bodyPr/>
        <a:lstStyle/>
        <a:p>
          <a:endParaRPr lang="en-US"/>
        </a:p>
      </dgm:t>
    </dgm:pt>
    <dgm:pt modelId="{600009E7-AE96-46EE-B0A2-9A2165A82A3B}" type="pres">
      <dgm:prSet presAssocID="{A1998BB7-F139-4874-9E7B-3A88D5A5E5E0}" presName="diagram" presStyleCnt="0">
        <dgm:presLayoutVars>
          <dgm:dir/>
          <dgm:resizeHandles val="exact"/>
        </dgm:presLayoutVars>
      </dgm:prSet>
      <dgm:spPr/>
    </dgm:pt>
    <dgm:pt modelId="{4EEA5D55-83B6-4200-85B2-23C950F297A8}" type="pres">
      <dgm:prSet presAssocID="{2CE7F51F-3CA7-4DF5-8542-A320F8FFA8D2}" presName="node" presStyleLbl="node1" presStyleIdx="0" presStyleCnt="5">
        <dgm:presLayoutVars>
          <dgm:bulletEnabled val="1"/>
        </dgm:presLayoutVars>
      </dgm:prSet>
      <dgm:spPr/>
    </dgm:pt>
    <dgm:pt modelId="{814EE0F5-2F62-4D85-999D-B53F4421B1EC}" type="pres">
      <dgm:prSet presAssocID="{E69D0CD9-3A86-44C7-9A68-1605FAF0C153}" presName="sibTrans" presStyleCnt="0"/>
      <dgm:spPr/>
    </dgm:pt>
    <dgm:pt modelId="{B66A0173-1B9B-4228-B5FF-E0077C2AFFAE}" type="pres">
      <dgm:prSet presAssocID="{CCC5095F-91E6-4FA2-9C13-88DB9C1A7D57}" presName="node" presStyleLbl="node1" presStyleIdx="1" presStyleCnt="5">
        <dgm:presLayoutVars>
          <dgm:bulletEnabled val="1"/>
        </dgm:presLayoutVars>
      </dgm:prSet>
      <dgm:spPr/>
    </dgm:pt>
    <dgm:pt modelId="{5FE9D499-3883-4FCD-8FD8-F047427A65AC}" type="pres">
      <dgm:prSet presAssocID="{7E2E8881-E136-478E-975E-96E8541647AD}" presName="sibTrans" presStyleCnt="0"/>
      <dgm:spPr/>
    </dgm:pt>
    <dgm:pt modelId="{D752EB26-12B5-41FE-8240-3B1DE8935E6D}" type="pres">
      <dgm:prSet presAssocID="{00B0407B-50CA-4042-8211-3F8466E4057E}" presName="node" presStyleLbl="node1" presStyleIdx="2" presStyleCnt="5">
        <dgm:presLayoutVars>
          <dgm:bulletEnabled val="1"/>
        </dgm:presLayoutVars>
      </dgm:prSet>
      <dgm:spPr/>
    </dgm:pt>
    <dgm:pt modelId="{8B507565-B71B-45D9-9259-7EEE79135FE6}" type="pres">
      <dgm:prSet presAssocID="{5CF1AF35-EE91-4667-9B88-8EA4E03B2DB9}" presName="sibTrans" presStyleCnt="0"/>
      <dgm:spPr/>
    </dgm:pt>
    <dgm:pt modelId="{C992A79F-1B05-479D-B669-695AEED41750}" type="pres">
      <dgm:prSet presAssocID="{3C82904D-629F-42CC-871D-99D618BD12A9}" presName="node" presStyleLbl="node1" presStyleIdx="3" presStyleCnt="5">
        <dgm:presLayoutVars>
          <dgm:bulletEnabled val="1"/>
        </dgm:presLayoutVars>
      </dgm:prSet>
      <dgm:spPr/>
    </dgm:pt>
    <dgm:pt modelId="{FDE280B3-74DC-41C0-B5A9-448DBEF18920}" type="pres">
      <dgm:prSet presAssocID="{1BA8060D-F845-4381-BACE-0B5F264C6C1E}" presName="sibTrans" presStyleCnt="0"/>
      <dgm:spPr/>
    </dgm:pt>
    <dgm:pt modelId="{F011DD4A-51D5-4CAC-8D40-B643F92ED6B8}" type="pres">
      <dgm:prSet presAssocID="{302AD7F6-1A98-4C6E-B50E-EDC44EA5D424}" presName="node" presStyleLbl="node1" presStyleIdx="4" presStyleCnt="5">
        <dgm:presLayoutVars>
          <dgm:bulletEnabled val="1"/>
        </dgm:presLayoutVars>
      </dgm:prSet>
      <dgm:spPr/>
    </dgm:pt>
  </dgm:ptLst>
  <dgm:cxnLst>
    <dgm:cxn modelId="{30215C3A-01C5-48CA-A647-E9D7644E444F}" srcId="{A1998BB7-F139-4874-9E7B-3A88D5A5E5E0}" destId="{CCC5095F-91E6-4FA2-9C13-88DB9C1A7D57}" srcOrd="1" destOrd="0" parTransId="{3F07F68E-580B-41EA-B5C8-08BD63FEC35C}" sibTransId="{7E2E8881-E136-478E-975E-96E8541647AD}"/>
    <dgm:cxn modelId="{955A5E3C-6012-4C77-8A9E-DB628185570D}" type="presOf" srcId="{00B0407B-50CA-4042-8211-3F8466E4057E}" destId="{D752EB26-12B5-41FE-8240-3B1DE8935E6D}" srcOrd="0" destOrd="0" presId="urn:microsoft.com/office/officeart/2005/8/layout/default"/>
    <dgm:cxn modelId="{93C86A43-5BA7-40FC-95B9-A252AC35C2F7}" srcId="{A1998BB7-F139-4874-9E7B-3A88D5A5E5E0}" destId="{00B0407B-50CA-4042-8211-3F8466E4057E}" srcOrd="2" destOrd="0" parTransId="{53B0867F-7953-4228-99DD-E76B57C0B0F8}" sibTransId="{5CF1AF35-EE91-4667-9B88-8EA4E03B2DB9}"/>
    <dgm:cxn modelId="{87304F71-A897-4416-AB2D-A20838E5AD58}" srcId="{A1998BB7-F139-4874-9E7B-3A88D5A5E5E0}" destId="{3C82904D-629F-42CC-871D-99D618BD12A9}" srcOrd="3" destOrd="0" parTransId="{BAE2E6AD-D9C0-48FA-8406-372921B7E891}" sibTransId="{1BA8060D-F845-4381-BACE-0B5F264C6C1E}"/>
    <dgm:cxn modelId="{D2663774-629E-486A-9344-DB987E727AA5}" srcId="{A1998BB7-F139-4874-9E7B-3A88D5A5E5E0}" destId="{302AD7F6-1A98-4C6E-B50E-EDC44EA5D424}" srcOrd="4" destOrd="0" parTransId="{DF085518-6E8D-425E-B2E9-27235A8F42C3}" sibTransId="{D3D94E85-1D30-4BA2-859D-220E1A0405C4}"/>
    <dgm:cxn modelId="{7FEEC974-48A7-4D49-9788-5A49BD6F8203}" type="presOf" srcId="{CCC5095F-91E6-4FA2-9C13-88DB9C1A7D57}" destId="{B66A0173-1B9B-4228-B5FF-E0077C2AFFAE}" srcOrd="0" destOrd="0" presId="urn:microsoft.com/office/officeart/2005/8/layout/default"/>
    <dgm:cxn modelId="{B028B998-0F27-4EB8-8094-CBB0BD8574C7}" type="presOf" srcId="{3C82904D-629F-42CC-871D-99D618BD12A9}" destId="{C992A79F-1B05-479D-B669-695AEED41750}" srcOrd="0" destOrd="0" presId="urn:microsoft.com/office/officeart/2005/8/layout/default"/>
    <dgm:cxn modelId="{08D30FA8-67FF-4E85-A614-2945DFB44FE5}" srcId="{A1998BB7-F139-4874-9E7B-3A88D5A5E5E0}" destId="{2CE7F51F-3CA7-4DF5-8542-A320F8FFA8D2}" srcOrd="0" destOrd="0" parTransId="{5B7219C4-C5B1-4FEC-9413-37DA62715621}" sibTransId="{E69D0CD9-3A86-44C7-9A68-1605FAF0C153}"/>
    <dgm:cxn modelId="{09E632CB-D228-47BC-A1E4-7A432243CF6E}" type="presOf" srcId="{2CE7F51F-3CA7-4DF5-8542-A320F8FFA8D2}" destId="{4EEA5D55-83B6-4200-85B2-23C950F297A8}" srcOrd="0" destOrd="0" presId="urn:microsoft.com/office/officeart/2005/8/layout/default"/>
    <dgm:cxn modelId="{8DCD06EB-A3C0-46B8-91D8-B96FF0FC3475}" type="presOf" srcId="{302AD7F6-1A98-4C6E-B50E-EDC44EA5D424}" destId="{F011DD4A-51D5-4CAC-8D40-B643F92ED6B8}" srcOrd="0" destOrd="0" presId="urn:microsoft.com/office/officeart/2005/8/layout/default"/>
    <dgm:cxn modelId="{63CDA7FA-5E8A-42B1-A83A-6F93CE3A8C61}" type="presOf" srcId="{A1998BB7-F139-4874-9E7B-3A88D5A5E5E0}" destId="{600009E7-AE96-46EE-B0A2-9A2165A82A3B}" srcOrd="0" destOrd="0" presId="urn:microsoft.com/office/officeart/2005/8/layout/default"/>
    <dgm:cxn modelId="{630D8DB8-4F18-4D83-B4C9-645C35AAA5C0}" type="presParOf" srcId="{600009E7-AE96-46EE-B0A2-9A2165A82A3B}" destId="{4EEA5D55-83B6-4200-85B2-23C950F297A8}" srcOrd="0" destOrd="0" presId="urn:microsoft.com/office/officeart/2005/8/layout/default"/>
    <dgm:cxn modelId="{93FBF223-DBC2-40E6-9C22-48C3101DFEB6}" type="presParOf" srcId="{600009E7-AE96-46EE-B0A2-9A2165A82A3B}" destId="{814EE0F5-2F62-4D85-999D-B53F4421B1EC}" srcOrd="1" destOrd="0" presId="urn:microsoft.com/office/officeart/2005/8/layout/default"/>
    <dgm:cxn modelId="{E2A95ECC-D216-4CD5-93AB-A86BD3F1AE3B}" type="presParOf" srcId="{600009E7-AE96-46EE-B0A2-9A2165A82A3B}" destId="{B66A0173-1B9B-4228-B5FF-E0077C2AFFAE}" srcOrd="2" destOrd="0" presId="urn:microsoft.com/office/officeart/2005/8/layout/default"/>
    <dgm:cxn modelId="{D86A06FA-9AE7-4C05-9F0F-C07E56DAACE3}" type="presParOf" srcId="{600009E7-AE96-46EE-B0A2-9A2165A82A3B}" destId="{5FE9D499-3883-4FCD-8FD8-F047427A65AC}" srcOrd="3" destOrd="0" presId="urn:microsoft.com/office/officeart/2005/8/layout/default"/>
    <dgm:cxn modelId="{662B8135-56ED-43CE-A21A-BAA6EDFAF518}" type="presParOf" srcId="{600009E7-AE96-46EE-B0A2-9A2165A82A3B}" destId="{D752EB26-12B5-41FE-8240-3B1DE8935E6D}" srcOrd="4" destOrd="0" presId="urn:microsoft.com/office/officeart/2005/8/layout/default"/>
    <dgm:cxn modelId="{72D24B4A-A21A-40E2-B8A0-5C268550A9CA}" type="presParOf" srcId="{600009E7-AE96-46EE-B0A2-9A2165A82A3B}" destId="{8B507565-B71B-45D9-9259-7EEE79135FE6}" srcOrd="5" destOrd="0" presId="urn:microsoft.com/office/officeart/2005/8/layout/default"/>
    <dgm:cxn modelId="{B439F429-8C16-4C3A-8AFB-97667759101A}" type="presParOf" srcId="{600009E7-AE96-46EE-B0A2-9A2165A82A3B}" destId="{C992A79F-1B05-479D-B669-695AEED41750}" srcOrd="6" destOrd="0" presId="urn:microsoft.com/office/officeart/2005/8/layout/default"/>
    <dgm:cxn modelId="{03F095C6-C57A-4F38-A9F0-5851F7D9CBAB}" type="presParOf" srcId="{600009E7-AE96-46EE-B0A2-9A2165A82A3B}" destId="{FDE280B3-74DC-41C0-B5A9-448DBEF18920}" srcOrd="7" destOrd="0" presId="urn:microsoft.com/office/officeart/2005/8/layout/default"/>
    <dgm:cxn modelId="{035DDC73-DDEF-4279-8A07-D8685EBD3A8A}" type="presParOf" srcId="{600009E7-AE96-46EE-B0A2-9A2165A82A3B}" destId="{F011DD4A-51D5-4CAC-8D40-B643F92ED6B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996A662-D399-48B3-BEC5-A24018F9572C}"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557C6B09-E35E-44F1-8DBB-30CF0C7C3A4F}">
      <dgm:prSet/>
      <dgm:spPr/>
      <dgm:t>
        <a:bodyPr/>
        <a:lstStyle/>
        <a:p>
          <a:pPr>
            <a:defRPr cap="all"/>
          </a:pPr>
          <a:r>
            <a:rPr lang="en-US"/>
            <a:t>• Use gradients of the loss function to update weights and biases.</a:t>
          </a:r>
        </a:p>
      </dgm:t>
    </dgm:pt>
    <dgm:pt modelId="{CF1E387F-1F92-49CE-8AA9-66BC53454CBA}" type="parTrans" cxnId="{982A6697-4A9C-4F97-B5BE-86ADADA49149}">
      <dgm:prSet/>
      <dgm:spPr/>
      <dgm:t>
        <a:bodyPr/>
        <a:lstStyle/>
        <a:p>
          <a:endParaRPr lang="en-US"/>
        </a:p>
      </dgm:t>
    </dgm:pt>
    <dgm:pt modelId="{336D17DA-AA31-4CE4-BF8C-7B0ACF5772FE}" type="sibTrans" cxnId="{982A6697-4A9C-4F97-B5BE-86ADADA49149}">
      <dgm:prSet/>
      <dgm:spPr/>
      <dgm:t>
        <a:bodyPr/>
        <a:lstStyle/>
        <a:p>
          <a:endParaRPr lang="en-US"/>
        </a:p>
      </dgm:t>
    </dgm:pt>
    <dgm:pt modelId="{D69229F2-B0C5-4E3C-A25E-B03F070845FC}">
      <dgm:prSet/>
      <dgm:spPr/>
      <dgm:t>
        <a:bodyPr/>
        <a:lstStyle/>
        <a:p>
          <a:pPr>
            <a:defRPr cap="all"/>
          </a:pPr>
          <a:r>
            <a:rPr lang="en-US"/>
            <a:t>• Gradient Descent: moves weights in the direction that reduces loss.</a:t>
          </a:r>
        </a:p>
      </dgm:t>
    </dgm:pt>
    <dgm:pt modelId="{C599DDB6-D5A6-4F60-B0AB-9DB4799F4567}" type="parTrans" cxnId="{E14A753A-E85C-419E-9AA8-F259248103BB}">
      <dgm:prSet/>
      <dgm:spPr/>
      <dgm:t>
        <a:bodyPr/>
        <a:lstStyle/>
        <a:p>
          <a:endParaRPr lang="en-US"/>
        </a:p>
      </dgm:t>
    </dgm:pt>
    <dgm:pt modelId="{8798832A-612B-4A0F-B963-44832F6A6FF2}" type="sibTrans" cxnId="{E14A753A-E85C-419E-9AA8-F259248103BB}">
      <dgm:prSet/>
      <dgm:spPr/>
      <dgm:t>
        <a:bodyPr/>
        <a:lstStyle/>
        <a:p>
          <a:endParaRPr lang="en-US"/>
        </a:p>
      </dgm:t>
    </dgm:pt>
    <dgm:pt modelId="{E45D1DA0-E1B0-4279-AB23-7B37BCC93DDA}">
      <dgm:prSet/>
      <dgm:spPr/>
      <dgm:t>
        <a:bodyPr/>
        <a:lstStyle/>
        <a:p>
          <a:pPr>
            <a:defRPr cap="all"/>
          </a:pPr>
          <a:r>
            <a:rPr lang="en-US"/>
            <a:t>• Stochastic/Mini-batch Gradient Descent: updates using small batches for efficiency.</a:t>
          </a:r>
        </a:p>
      </dgm:t>
    </dgm:pt>
    <dgm:pt modelId="{638B6F82-DD95-4F76-98D1-160AFDB674BC}" type="parTrans" cxnId="{B2100DF4-8C2C-4A2A-B2BA-F94A39AA7EB7}">
      <dgm:prSet/>
      <dgm:spPr/>
      <dgm:t>
        <a:bodyPr/>
        <a:lstStyle/>
        <a:p>
          <a:endParaRPr lang="en-US"/>
        </a:p>
      </dgm:t>
    </dgm:pt>
    <dgm:pt modelId="{4498B02C-4F87-43A1-AAD9-F17A563C2340}" type="sibTrans" cxnId="{B2100DF4-8C2C-4A2A-B2BA-F94A39AA7EB7}">
      <dgm:prSet/>
      <dgm:spPr/>
      <dgm:t>
        <a:bodyPr/>
        <a:lstStyle/>
        <a:p>
          <a:endParaRPr lang="en-US"/>
        </a:p>
      </dgm:t>
    </dgm:pt>
    <dgm:pt modelId="{9032BEB6-B507-43AB-8D09-2CBDA82322E2}">
      <dgm:prSet/>
      <dgm:spPr/>
      <dgm:t>
        <a:bodyPr/>
        <a:lstStyle/>
        <a:p>
          <a:pPr>
            <a:defRPr cap="all"/>
          </a:pPr>
          <a:r>
            <a:rPr lang="en-US"/>
            <a:t>• Adam and adaptive optimizers adjust learning rates for faster, stable training.</a:t>
          </a:r>
        </a:p>
      </dgm:t>
    </dgm:pt>
    <dgm:pt modelId="{5D28718A-1E40-48D2-A6DF-770248671F3A}" type="parTrans" cxnId="{A4634357-BF8A-4FE4-B057-09BA538466B3}">
      <dgm:prSet/>
      <dgm:spPr/>
      <dgm:t>
        <a:bodyPr/>
        <a:lstStyle/>
        <a:p>
          <a:endParaRPr lang="en-US"/>
        </a:p>
      </dgm:t>
    </dgm:pt>
    <dgm:pt modelId="{2AD88211-3E52-43E9-BECD-CF071EAB7840}" type="sibTrans" cxnId="{A4634357-BF8A-4FE4-B057-09BA538466B3}">
      <dgm:prSet/>
      <dgm:spPr/>
      <dgm:t>
        <a:bodyPr/>
        <a:lstStyle/>
        <a:p>
          <a:endParaRPr lang="en-US"/>
        </a:p>
      </dgm:t>
    </dgm:pt>
    <dgm:pt modelId="{66DD2F13-DFE8-4D63-AFD6-EDD97014D485}">
      <dgm:prSet/>
      <dgm:spPr/>
      <dgm:t>
        <a:bodyPr/>
        <a:lstStyle/>
        <a:p>
          <a:pPr>
            <a:defRPr cap="all"/>
          </a:pPr>
          <a:r>
            <a:rPr lang="en-US"/>
            <a:t>• The optimizer and learning rate influence training speed and convergence.</a:t>
          </a:r>
        </a:p>
      </dgm:t>
    </dgm:pt>
    <dgm:pt modelId="{0677CD77-8A21-4DE8-BD0B-E813679F1B27}" type="parTrans" cxnId="{1D536687-01A9-47CC-92E8-ED692E6C48EE}">
      <dgm:prSet/>
      <dgm:spPr/>
      <dgm:t>
        <a:bodyPr/>
        <a:lstStyle/>
        <a:p>
          <a:endParaRPr lang="en-US"/>
        </a:p>
      </dgm:t>
    </dgm:pt>
    <dgm:pt modelId="{AF1685B7-2FA4-4B94-8840-B06FDD0F8AC8}" type="sibTrans" cxnId="{1D536687-01A9-47CC-92E8-ED692E6C48EE}">
      <dgm:prSet/>
      <dgm:spPr/>
      <dgm:t>
        <a:bodyPr/>
        <a:lstStyle/>
        <a:p>
          <a:endParaRPr lang="en-US"/>
        </a:p>
      </dgm:t>
    </dgm:pt>
    <dgm:pt modelId="{8CD033C1-91E4-45BE-8C05-9854F8106E10}" type="pres">
      <dgm:prSet presAssocID="{5996A662-D399-48B3-BEC5-A24018F9572C}" presName="root" presStyleCnt="0">
        <dgm:presLayoutVars>
          <dgm:dir/>
          <dgm:resizeHandles val="exact"/>
        </dgm:presLayoutVars>
      </dgm:prSet>
      <dgm:spPr/>
    </dgm:pt>
    <dgm:pt modelId="{E6030EA2-2C1F-4F8C-A38D-5025C9B49618}" type="pres">
      <dgm:prSet presAssocID="{557C6B09-E35E-44F1-8DBB-30CF0C7C3A4F}" presName="compNode" presStyleCnt="0"/>
      <dgm:spPr/>
    </dgm:pt>
    <dgm:pt modelId="{3E427D51-BEF5-43C3-84B4-78398B99CB6B}" type="pres">
      <dgm:prSet presAssocID="{557C6B09-E35E-44F1-8DBB-30CF0C7C3A4F}" presName="iconBgRect" presStyleLbl="bgShp" presStyleIdx="0" presStyleCnt="5"/>
      <dgm:spPr/>
    </dgm:pt>
    <dgm:pt modelId="{13E8463D-E8A3-4C51-B52D-BC8ABF0B9226}" type="pres">
      <dgm:prSet presAssocID="{557C6B09-E35E-44F1-8DBB-30CF0C7C3A4F}"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E3D3C750-B9B5-49B6-895B-5B952E3BE753}" type="pres">
      <dgm:prSet presAssocID="{557C6B09-E35E-44F1-8DBB-30CF0C7C3A4F}" presName="spaceRect" presStyleCnt="0"/>
      <dgm:spPr/>
    </dgm:pt>
    <dgm:pt modelId="{744BE3EA-BE69-4BBB-85AD-0277E7F8C529}" type="pres">
      <dgm:prSet presAssocID="{557C6B09-E35E-44F1-8DBB-30CF0C7C3A4F}" presName="textRect" presStyleLbl="revTx" presStyleIdx="0" presStyleCnt="5">
        <dgm:presLayoutVars>
          <dgm:chMax val="1"/>
          <dgm:chPref val="1"/>
        </dgm:presLayoutVars>
      </dgm:prSet>
      <dgm:spPr/>
    </dgm:pt>
    <dgm:pt modelId="{0EBD46E3-B6C3-405E-8950-002360A77CA2}" type="pres">
      <dgm:prSet presAssocID="{336D17DA-AA31-4CE4-BF8C-7B0ACF5772FE}" presName="sibTrans" presStyleCnt="0"/>
      <dgm:spPr/>
    </dgm:pt>
    <dgm:pt modelId="{A15054D2-474A-485D-8C78-48DEB3338E30}" type="pres">
      <dgm:prSet presAssocID="{D69229F2-B0C5-4E3C-A25E-B03F070845FC}" presName="compNode" presStyleCnt="0"/>
      <dgm:spPr/>
    </dgm:pt>
    <dgm:pt modelId="{3F16581C-3063-458B-9CC3-04B626B669A2}" type="pres">
      <dgm:prSet presAssocID="{D69229F2-B0C5-4E3C-A25E-B03F070845FC}" presName="iconBgRect" presStyleLbl="bgShp" presStyleIdx="1" presStyleCnt="5"/>
      <dgm:spPr/>
    </dgm:pt>
    <dgm:pt modelId="{9204D19B-08AF-45F5-96BD-8D14BBEA42A7}" type="pres">
      <dgm:prSet presAssocID="{D69229F2-B0C5-4E3C-A25E-B03F070845F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ansfer"/>
        </a:ext>
      </dgm:extLst>
    </dgm:pt>
    <dgm:pt modelId="{074A25D4-4B62-4177-BAEC-0992107886F9}" type="pres">
      <dgm:prSet presAssocID="{D69229F2-B0C5-4E3C-A25E-B03F070845FC}" presName="spaceRect" presStyleCnt="0"/>
      <dgm:spPr/>
    </dgm:pt>
    <dgm:pt modelId="{627C28F9-8301-4569-A50E-B2B72996A89B}" type="pres">
      <dgm:prSet presAssocID="{D69229F2-B0C5-4E3C-A25E-B03F070845FC}" presName="textRect" presStyleLbl="revTx" presStyleIdx="1" presStyleCnt="5">
        <dgm:presLayoutVars>
          <dgm:chMax val="1"/>
          <dgm:chPref val="1"/>
        </dgm:presLayoutVars>
      </dgm:prSet>
      <dgm:spPr/>
    </dgm:pt>
    <dgm:pt modelId="{610DBF19-18C0-4809-BF89-0E1209043ECA}" type="pres">
      <dgm:prSet presAssocID="{8798832A-612B-4A0F-B963-44832F6A6FF2}" presName="sibTrans" presStyleCnt="0"/>
      <dgm:spPr/>
    </dgm:pt>
    <dgm:pt modelId="{BCD172BC-104D-49B3-B836-EB0427247E40}" type="pres">
      <dgm:prSet presAssocID="{E45D1DA0-E1B0-4279-AB23-7B37BCC93DDA}" presName="compNode" presStyleCnt="0"/>
      <dgm:spPr/>
    </dgm:pt>
    <dgm:pt modelId="{3E8159D4-B0E2-439F-B14C-5F3DFBA39B7D}" type="pres">
      <dgm:prSet presAssocID="{E45D1DA0-E1B0-4279-AB23-7B37BCC93DDA}" presName="iconBgRect" presStyleLbl="bgShp" presStyleIdx="2" presStyleCnt="5"/>
      <dgm:spPr/>
    </dgm:pt>
    <dgm:pt modelId="{9F9885D4-C9DD-4EF6-8B2E-D1843F48CFB4}" type="pres">
      <dgm:prSet presAssocID="{E45D1DA0-E1B0-4279-AB23-7B37BCC93DD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grammer"/>
        </a:ext>
      </dgm:extLst>
    </dgm:pt>
    <dgm:pt modelId="{92617725-BD05-40AA-ACBD-F77B8262880C}" type="pres">
      <dgm:prSet presAssocID="{E45D1DA0-E1B0-4279-AB23-7B37BCC93DDA}" presName="spaceRect" presStyleCnt="0"/>
      <dgm:spPr/>
    </dgm:pt>
    <dgm:pt modelId="{D6180DC7-9F39-4D94-8759-556344080AFE}" type="pres">
      <dgm:prSet presAssocID="{E45D1DA0-E1B0-4279-AB23-7B37BCC93DDA}" presName="textRect" presStyleLbl="revTx" presStyleIdx="2" presStyleCnt="5">
        <dgm:presLayoutVars>
          <dgm:chMax val="1"/>
          <dgm:chPref val="1"/>
        </dgm:presLayoutVars>
      </dgm:prSet>
      <dgm:spPr/>
    </dgm:pt>
    <dgm:pt modelId="{9D96E4CB-9913-4A13-B004-16861FF429C9}" type="pres">
      <dgm:prSet presAssocID="{4498B02C-4F87-43A1-AAD9-F17A563C2340}" presName="sibTrans" presStyleCnt="0"/>
      <dgm:spPr/>
    </dgm:pt>
    <dgm:pt modelId="{CA463B84-7559-4091-B620-4C8499EAC896}" type="pres">
      <dgm:prSet presAssocID="{9032BEB6-B507-43AB-8D09-2CBDA82322E2}" presName="compNode" presStyleCnt="0"/>
      <dgm:spPr/>
    </dgm:pt>
    <dgm:pt modelId="{2BD0F986-13D8-4EB7-A2E5-E59BB0F269E3}" type="pres">
      <dgm:prSet presAssocID="{9032BEB6-B507-43AB-8D09-2CBDA82322E2}" presName="iconBgRect" presStyleLbl="bgShp" presStyleIdx="3" presStyleCnt="5"/>
      <dgm:spPr/>
    </dgm:pt>
    <dgm:pt modelId="{BB500D40-72C5-4795-9C90-972FC51E7A87}" type="pres">
      <dgm:prSet presAssocID="{9032BEB6-B507-43AB-8D09-2CBDA82322E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rocodile"/>
        </a:ext>
      </dgm:extLst>
    </dgm:pt>
    <dgm:pt modelId="{150C80E4-2A35-40C4-AFD2-272D563642F3}" type="pres">
      <dgm:prSet presAssocID="{9032BEB6-B507-43AB-8D09-2CBDA82322E2}" presName="spaceRect" presStyleCnt="0"/>
      <dgm:spPr/>
    </dgm:pt>
    <dgm:pt modelId="{757086EF-7A3F-4D6C-B53F-E2405BCB6E86}" type="pres">
      <dgm:prSet presAssocID="{9032BEB6-B507-43AB-8D09-2CBDA82322E2}" presName="textRect" presStyleLbl="revTx" presStyleIdx="3" presStyleCnt="5">
        <dgm:presLayoutVars>
          <dgm:chMax val="1"/>
          <dgm:chPref val="1"/>
        </dgm:presLayoutVars>
      </dgm:prSet>
      <dgm:spPr/>
    </dgm:pt>
    <dgm:pt modelId="{315E912A-5A0A-4831-986C-20E7907CF2B9}" type="pres">
      <dgm:prSet presAssocID="{2AD88211-3E52-43E9-BECD-CF071EAB7840}" presName="sibTrans" presStyleCnt="0"/>
      <dgm:spPr/>
    </dgm:pt>
    <dgm:pt modelId="{85B9F9B2-19DC-4716-9030-B8A71C3362FE}" type="pres">
      <dgm:prSet presAssocID="{66DD2F13-DFE8-4D63-AFD6-EDD97014D485}" presName="compNode" presStyleCnt="0"/>
      <dgm:spPr/>
    </dgm:pt>
    <dgm:pt modelId="{98DF43B8-2831-4977-BADB-EDFDA05B9088}" type="pres">
      <dgm:prSet presAssocID="{66DD2F13-DFE8-4D63-AFD6-EDD97014D485}" presName="iconBgRect" presStyleLbl="bgShp" presStyleIdx="4" presStyleCnt="5"/>
      <dgm:spPr/>
    </dgm:pt>
    <dgm:pt modelId="{D7C38F09-78B9-4D3C-BDF1-FE0D4199FEEC}" type="pres">
      <dgm:prSet presAssocID="{66DD2F13-DFE8-4D63-AFD6-EDD97014D485}"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Light Bulb and Gear"/>
        </a:ext>
      </dgm:extLst>
    </dgm:pt>
    <dgm:pt modelId="{EBCE23A7-A998-4891-829C-8FE5F40462F7}" type="pres">
      <dgm:prSet presAssocID="{66DD2F13-DFE8-4D63-AFD6-EDD97014D485}" presName="spaceRect" presStyleCnt="0"/>
      <dgm:spPr/>
    </dgm:pt>
    <dgm:pt modelId="{EEEF321C-4146-4B9A-8CDA-6F7C589B9209}" type="pres">
      <dgm:prSet presAssocID="{66DD2F13-DFE8-4D63-AFD6-EDD97014D485}" presName="textRect" presStyleLbl="revTx" presStyleIdx="4" presStyleCnt="5">
        <dgm:presLayoutVars>
          <dgm:chMax val="1"/>
          <dgm:chPref val="1"/>
        </dgm:presLayoutVars>
      </dgm:prSet>
      <dgm:spPr/>
    </dgm:pt>
  </dgm:ptLst>
  <dgm:cxnLst>
    <dgm:cxn modelId="{E928C425-A84C-4906-A10D-03B9E99D660C}" type="presOf" srcId="{E45D1DA0-E1B0-4279-AB23-7B37BCC93DDA}" destId="{D6180DC7-9F39-4D94-8759-556344080AFE}" srcOrd="0" destOrd="0" presId="urn:microsoft.com/office/officeart/2018/5/layout/IconCircleLabelList"/>
    <dgm:cxn modelId="{11923534-D421-4447-9A13-A5976EAD5835}" type="presOf" srcId="{9032BEB6-B507-43AB-8D09-2CBDA82322E2}" destId="{757086EF-7A3F-4D6C-B53F-E2405BCB6E86}" srcOrd="0" destOrd="0" presId="urn:microsoft.com/office/officeart/2018/5/layout/IconCircleLabelList"/>
    <dgm:cxn modelId="{E14A753A-E85C-419E-9AA8-F259248103BB}" srcId="{5996A662-D399-48B3-BEC5-A24018F9572C}" destId="{D69229F2-B0C5-4E3C-A25E-B03F070845FC}" srcOrd="1" destOrd="0" parTransId="{C599DDB6-D5A6-4F60-B0AB-9DB4799F4567}" sibTransId="{8798832A-612B-4A0F-B963-44832F6A6FF2}"/>
    <dgm:cxn modelId="{A4634357-BF8A-4FE4-B057-09BA538466B3}" srcId="{5996A662-D399-48B3-BEC5-A24018F9572C}" destId="{9032BEB6-B507-43AB-8D09-2CBDA82322E2}" srcOrd="3" destOrd="0" parTransId="{5D28718A-1E40-48D2-A6DF-770248671F3A}" sibTransId="{2AD88211-3E52-43E9-BECD-CF071EAB7840}"/>
    <dgm:cxn modelId="{BCA52E79-733B-43AE-A44B-3420FD2FD174}" type="presOf" srcId="{5996A662-D399-48B3-BEC5-A24018F9572C}" destId="{8CD033C1-91E4-45BE-8C05-9854F8106E10}" srcOrd="0" destOrd="0" presId="urn:microsoft.com/office/officeart/2018/5/layout/IconCircleLabelList"/>
    <dgm:cxn modelId="{1D536687-01A9-47CC-92E8-ED692E6C48EE}" srcId="{5996A662-D399-48B3-BEC5-A24018F9572C}" destId="{66DD2F13-DFE8-4D63-AFD6-EDD97014D485}" srcOrd="4" destOrd="0" parTransId="{0677CD77-8A21-4DE8-BD0B-E813679F1B27}" sibTransId="{AF1685B7-2FA4-4B94-8840-B06FDD0F8AC8}"/>
    <dgm:cxn modelId="{A7FE738A-2A37-4CE7-9C4A-D1E018BA040A}" type="presOf" srcId="{557C6B09-E35E-44F1-8DBB-30CF0C7C3A4F}" destId="{744BE3EA-BE69-4BBB-85AD-0277E7F8C529}" srcOrd="0" destOrd="0" presId="urn:microsoft.com/office/officeart/2018/5/layout/IconCircleLabelList"/>
    <dgm:cxn modelId="{982A6697-4A9C-4F97-B5BE-86ADADA49149}" srcId="{5996A662-D399-48B3-BEC5-A24018F9572C}" destId="{557C6B09-E35E-44F1-8DBB-30CF0C7C3A4F}" srcOrd="0" destOrd="0" parTransId="{CF1E387F-1F92-49CE-8AA9-66BC53454CBA}" sibTransId="{336D17DA-AA31-4CE4-BF8C-7B0ACF5772FE}"/>
    <dgm:cxn modelId="{26CBB8CE-808B-415D-BEFD-031E5B282F49}" type="presOf" srcId="{D69229F2-B0C5-4E3C-A25E-B03F070845FC}" destId="{627C28F9-8301-4569-A50E-B2B72996A89B}" srcOrd="0" destOrd="0" presId="urn:microsoft.com/office/officeart/2018/5/layout/IconCircleLabelList"/>
    <dgm:cxn modelId="{D3AE5CD7-2DF3-46A3-AFBE-329ECEF9B2A9}" type="presOf" srcId="{66DD2F13-DFE8-4D63-AFD6-EDD97014D485}" destId="{EEEF321C-4146-4B9A-8CDA-6F7C589B9209}" srcOrd="0" destOrd="0" presId="urn:microsoft.com/office/officeart/2018/5/layout/IconCircleLabelList"/>
    <dgm:cxn modelId="{B2100DF4-8C2C-4A2A-B2BA-F94A39AA7EB7}" srcId="{5996A662-D399-48B3-BEC5-A24018F9572C}" destId="{E45D1DA0-E1B0-4279-AB23-7B37BCC93DDA}" srcOrd="2" destOrd="0" parTransId="{638B6F82-DD95-4F76-98D1-160AFDB674BC}" sibTransId="{4498B02C-4F87-43A1-AAD9-F17A563C2340}"/>
    <dgm:cxn modelId="{C4A5BD3E-754F-4C87-8FDA-0DE7458B5A08}" type="presParOf" srcId="{8CD033C1-91E4-45BE-8C05-9854F8106E10}" destId="{E6030EA2-2C1F-4F8C-A38D-5025C9B49618}" srcOrd="0" destOrd="0" presId="urn:microsoft.com/office/officeart/2018/5/layout/IconCircleLabelList"/>
    <dgm:cxn modelId="{25B6A0FE-EC50-42ED-9A10-4124BE0C0B5D}" type="presParOf" srcId="{E6030EA2-2C1F-4F8C-A38D-5025C9B49618}" destId="{3E427D51-BEF5-43C3-84B4-78398B99CB6B}" srcOrd="0" destOrd="0" presId="urn:microsoft.com/office/officeart/2018/5/layout/IconCircleLabelList"/>
    <dgm:cxn modelId="{C52E3EE4-3A8A-4292-B77A-A30A9747B264}" type="presParOf" srcId="{E6030EA2-2C1F-4F8C-A38D-5025C9B49618}" destId="{13E8463D-E8A3-4C51-B52D-BC8ABF0B9226}" srcOrd="1" destOrd="0" presId="urn:microsoft.com/office/officeart/2018/5/layout/IconCircleLabelList"/>
    <dgm:cxn modelId="{2B82C77A-00CE-467C-957A-3AEAF5D23D3A}" type="presParOf" srcId="{E6030EA2-2C1F-4F8C-A38D-5025C9B49618}" destId="{E3D3C750-B9B5-49B6-895B-5B952E3BE753}" srcOrd="2" destOrd="0" presId="urn:microsoft.com/office/officeart/2018/5/layout/IconCircleLabelList"/>
    <dgm:cxn modelId="{08A6FF2B-4030-40F4-A37B-9CF135CD5C04}" type="presParOf" srcId="{E6030EA2-2C1F-4F8C-A38D-5025C9B49618}" destId="{744BE3EA-BE69-4BBB-85AD-0277E7F8C529}" srcOrd="3" destOrd="0" presId="urn:microsoft.com/office/officeart/2018/5/layout/IconCircleLabelList"/>
    <dgm:cxn modelId="{F591C298-784A-4D7A-A121-521B185182E8}" type="presParOf" srcId="{8CD033C1-91E4-45BE-8C05-9854F8106E10}" destId="{0EBD46E3-B6C3-405E-8950-002360A77CA2}" srcOrd="1" destOrd="0" presId="urn:microsoft.com/office/officeart/2018/5/layout/IconCircleLabelList"/>
    <dgm:cxn modelId="{DD8F0BE0-9D42-480D-BE84-7A7FE004D323}" type="presParOf" srcId="{8CD033C1-91E4-45BE-8C05-9854F8106E10}" destId="{A15054D2-474A-485D-8C78-48DEB3338E30}" srcOrd="2" destOrd="0" presId="urn:microsoft.com/office/officeart/2018/5/layout/IconCircleLabelList"/>
    <dgm:cxn modelId="{FA28527D-5F1C-42C2-910B-4CFCFE7B41F5}" type="presParOf" srcId="{A15054D2-474A-485D-8C78-48DEB3338E30}" destId="{3F16581C-3063-458B-9CC3-04B626B669A2}" srcOrd="0" destOrd="0" presId="urn:microsoft.com/office/officeart/2018/5/layout/IconCircleLabelList"/>
    <dgm:cxn modelId="{625E1428-C70C-40F9-AEEF-5B00C3BA44BB}" type="presParOf" srcId="{A15054D2-474A-485D-8C78-48DEB3338E30}" destId="{9204D19B-08AF-45F5-96BD-8D14BBEA42A7}" srcOrd="1" destOrd="0" presId="urn:microsoft.com/office/officeart/2018/5/layout/IconCircleLabelList"/>
    <dgm:cxn modelId="{EC74B457-27B7-4298-9438-AC8EBE38D6C5}" type="presParOf" srcId="{A15054D2-474A-485D-8C78-48DEB3338E30}" destId="{074A25D4-4B62-4177-BAEC-0992107886F9}" srcOrd="2" destOrd="0" presId="urn:microsoft.com/office/officeart/2018/5/layout/IconCircleLabelList"/>
    <dgm:cxn modelId="{D3E46725-BA77-464D-BFD1-4F5104BA86D2}" type="presParOf" srcId="{A15054D2-474A-485D-8C78-48DEB3338E30}" destId="{627C28F9-8301-4569-A50E-B2B72996A89B}" srcOrd="3" destOrd="0" presId="urn:microsoft.com/office/officeart/2018/5/layout/IconCircleLabelList"/>
    <dgm:cxn modelId="{C0887F12-2E3B-4B16-874D-C8B76A848C0E}" type="presParOf" srcId="{8CD033C1-91E4-45BE-8C05-9854F8106E10}" destId="{610DBF19-18C0-4809-BF89-0E1209043ECA}" srcOrd="3" destOrd="0" presId="urn:microsoft.com/office/officeart/2018/5/layout/IconCircleLabelList"/>
    <dgm:cxn modelId="{15EB1E0A-1F2D-4F71-91A8-1DA0FAC32D2D}" type="presParOf" srcId="{8CD033C1-91E4-45BE-8C05-9854F8106E10}" destId="{BCD172BC-104D-49B3-B836-EB0427247E40}" srcOrd="4" destOrd="0" presId="urn:microsoft.com/office/officeart/2018/5/layout/IconCircleLabelList"/>
    <dgm:cxn modelId="{D0AED8C4-0C16-4A70-8BB6-0F8A9BACD38B}" type="presParOf" srcId="{BCD172BC-104D-49B3-B836-EB0427247E40}" destId="{3E8159D4-B0E2-439F-B14C-5F3DFBA39B7D}" srcOrd="0" destOrd="0" presId="urn:microsoft.com/office/officeart/2018/5/layout/IconCircleLabelList"/>
    <dgm:cxn modelId="{716C2207-FD0D-4913-8282-A5CE0AF026AF}" type="presParOf" srcId="{BCD172BC-104D-49B3-B836-EB0427247E40}" destId="{9F9885D4-C9DD-4EF6-8B2E-D1843F48CFB4}" srcOrd="1" destOrd="0" presId="urn:microsoft.com/office/officeart/2018/5/layout/IconCircleLabelList"/>
    <dgm:cxn modelId="{D917EABA-B860-4063-B7E7-3AAE65B07333}" type="presParOf" srcId="{BCD172BC-104D-49B3-B836-EB0427247E40}" destId="{92617725-BD05-40AA-ACBD-F77B8262880C}" srcOrd="2" destOrd="0" presId="urn:microsoft.com/office/officeart/2018/5/layout/IconCircleLabelList"/>
    <dgm:cxn modelId="{C18D984D-A96B-471E-A76D-5C20F29353CD}" type="presParOf" srcId="{BCD172BC-104D-49B3-B836-EB0427247E40}" destId="{D6180DC7-9F39-4D94-8759-556344080AFE}" srcOrd="3" destOrd="0" presId="urn:microsoft.com/office/officeart/2018/5/layout/IconCircleLabelList"/>
    <dgm:cxn modelId="{7C9371CB-2FDB-49D1-B7AD-60C93BE31D1E}" type="presParOf" srcId="{8CD033C1-91E4-45BE-8C05-9854F8106E10}" destId="{9D96E4CB-9913-4A13-B004-16861FF429C9}" srcOrd="5" destOrd="0" presId="urn:microsoft.com/office/officeart/2018/5/layout/IconCircleLabelList"/>
    <dgm:cxn modelId="{80DB5E93-8486-4727-9994-6B0295AC38C9}" type="presParOf" srcId="{8CD033C1-91E4-45BE-8C05-9854F8106E10}" destId="{CA463B84-7559-4091-B620-4C8499EAC896}" srcOrd="6" destOrd="0" presId="urn:microsoft.com/office/officeart/2018/5/layout/IconCircleLabelList"/>
    <dgm:cxn modelId="{8AD4D4C0-E4A5-4747-8B1D-33F0F57EE409}" type="presParOf" srcId="{CA463B84-7559-4091-B620-4C8499EAC896}" destId="{2BD0F986-13D8-4EB7-A2E5-E59BB0F269E3}" srcOrd="0" destOrd="0" presId="urn:microsoft.com/office/officeart/2018/5/layout/IconCircleLabelList"/>
    <dgm:cxn modelId="{F00E73D7-7D38-49B6-BE7E-54ABB6A1B42F}" type="presParOf" srcId="{CA463B84-7559-4091-B620-4C8499EAC896}" destId="{BB500D40-72C5-4795-9C90-972FC51E7A87}" srcOrd="1" destOrd="0" presId="urn:microsoft.com/office/officeart/2018/5/layout/IconCircleLabelList"/>
    <dgm:cxn modelId="{C4278410-3733-41B6-896B-76B4E166E7BA}" type="presParOf" srcId="{CA463B84-7559-4091-B620-4C8499EAC896}" destId="{150C80E4-2A35-40C4-AFD2-272D563642F3}" srcOrd="2" destOrd="0" presId="urn:microsoft.com/office/officeart/2018/5/layout/IconCircleLabelList"/>
    <dgm:cxn modelId="{89FBD7D3-0483-4527-95AB-9240002D9622}" type="presParOf" srcId="{CA463B84-7559-4091-B620-4C8499EAC896}" destId="{757086EF-7A3F-4D6C-B53F-E2405BCB6E86}" srcOrd="3" destOrd="0" presId="urn:microsoft.com/office/officeart/2018/5/layout/IconCircleLabelList"/>
    <dgm:cxn modelId="{ED9F3E4F-BAD1-4940-9BAD-7D68BBF0A771}" type="presParOf" srcId="{8CD033C1-91E4-45BE-8C05-9854F8106E10}" destId="{315E912A-5A0A-4831-986C-20E7907CF2B9}" srcOrd="7" destOrd="0" presId="urn:microsoft.com/office/officeart/2018/5/layout/IconCircleLabelList"/>
    <dgm:cxn modelId="{F487F617-EA00-4DDA-A148-9051BF410E32}" type="presParOf" srcId="{8CD033C1-91E4-45BE-8C05-9854F8106E10}" destId="{85B9F9B2-19DC-4716-9030-B8A71C3362FE}" srcOrd="8" destOrd="0" presId="urn:microsoft.com/office/officeart/2018/5/layout/IconCircleLabelList"/>
    <dgm:cxn modelId="{9A972C6B-AB49-4668-A675-7FCB544A0368}" type="presParOf" srcId="{85B9F9B2-19DC-4716-9030-B8A71C3362FE}" destId="{98DF43B8-2831-4977-BADB-EDFDA05B9088}" srcOrd="0" destOrd="0" presId="urn:microsoft.com/office/officeart/2018/5/layout/IconCircleLabelList"/>
    <dgm:cxn modelId="{1E29E3F6-7A8D-46F5-9C9E-285EA714E1B3}" type="presParOf" srcId="{85B9F9B2-19DC-4716-9030-B8A71C3362FE}" destId="{D7C38F09-78B9-4D3C-BDF1-FE0D4199FEEC}" srcOrd="1" destOrd="0" presId="urn:microsoft.com/office/officeart/2018/5/layout/IconCircleLabelList"/>
    <dgm:cxn modelId="{970D78C5-6F40-4D0F-8B1F-59B0FBBEBE8A}" type="presParOf" srcId="{85B9F9B2-19DC-4716-9030-B8A71C3362FE}" destId="{EBCE23A7-A998-4891-829C-8FE5F40462F7}" srcOrd="2" destOrd="0" presId="urn:microsoft.com/office/officeart/2018/5/layout/IconCircleLabelList"/>
    <dgm:cxn modelId="{E6E543EB-98DD-4EC6-A43C-1025870BF830}" type="presParOf" srcId="{85B9F9B2-19DC-4716-9030-B8A71C3362FE}" destId="{EEEF321C-4146-4B9A-8CDA-6F7C589B920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D53BED4-52C7-453B-A854-3F0E06D469AF}"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BDB21170-9452-4C85-B028-C55C9D579353}">
      <dgm:prSet/>
      <dgm:spPr/>
      <dgm:t>
        <a:bodyPr/>
        <a:lstStyle/>
        <a:p>
          <a:r>
            <a:rPr lang="en-US"/>
            <a:t>• Data flows from the input layer through hidden layers with activation functions to produce an output.</a:t>
          </a:r>
        </a:p>
      </dgm:t>
    </dgm:pt>
    <dgm:pt modelId="{EF23A2F4-0A8F-4675-BFBD-E717B4649692}" type="parTrans" cxnId="{D49D86E2-397F-4815-B0EC-D8ED2FD17556}">
      <dgm:prSet/>
      <dgm:spPr/>
      <dgm:t>
        <a:bodyPr/>
        <a:lstStyle/>
        <a:p>
          <a:endParaRPr lang="en-US"/>
        </a:p>
      </dgm:t>
    </dgm:pt>
    <dgm:pt modelId="{12B25F5F-4387-4559-91FB-A07ED0114C17}" type="sibTrans" cxnId="{D49D86E2-397F-4815-B0EC-D8ED2FD17556}">
      <dgm:prSet/>
      <dgm:spPr/>
      <dgm:t>
        <a:bodyPr/>
        <a:lstStyle/>
        <a:p>
          <a:endParaRPr lang="en-US"/>
        </a:p>
      </dgm:t>
    </dgm:pt>
    <dgm:pt modelId="{E3F69981-324F-4374-A02A-3EC66242E5F6}">
      <dgm:prSet/>
      <dgm:spPr/>
      <dgm:t>
        <a:bodyPr/>
        <a:lstStyle/>
        <a:p>
          <a:r>
            <a:rPr lang="en-US"/>
            <a:t>• The loss function compares predictions with true labels and computes error.</a:t>
          </a:r>
        </a:p>
      </dgm:t>
    </dgm:pt>
    <dgm:pt modelId="{22EA3B6F-67DB-45A3-B142-5A5006D1D360}" type="parTrans" cxnId="{EEC9F250-B26B-4A87-916E-245EE5589522}">
      <dgm:prSet/>
      <dgm:spPr/>
      <dgm:t>
        <a:bodyPr/>
        <a:lstStyle/>
        <a:p>
          <a:endParaRPr lang="en-US"/>
        </a:p>
      </dgm:t>
    </dgm:pt>
    <dgm:pt modelId="{80A41BB4-DF14-4810-9E6B-6C2BB4FF7313}" type="sibTrans" cxnId="{EEC9F250-B26B-4A87-916E-245EE5589522}">
      <dgm:prSet/>
      <dgm:spPr/>
      <dgm:t>
        <a:bodyPr/>
        <a:lstStyle/>
        <a:p>
          <a:endParaRPr lang="en-US"/>
        </a:p>
      </dgm:t>
    </dgm:pt>
    <dgm:pt modelId="{EB26003C-648D-484B-825F-3AD4C537E3DB}">
      <dgm:prSet/>
      <dgm:spPr/>
      <dgm:t>
        <a:bodyPr/>
        <a:lstStyle/>
        <a:p>
          <a:r>
            <a:rPr lang="en-US"/>
            <a:t>• The optimizer updates weights and biases via backpropagation.</a:t>
          </a:r>
        </a:p>
      </dgm:t>
    </dgm:pt>
    <dgm:pt modelId="{19F0DBEA-CEE9-43A8-8C54-A815207CD039}" type="parTrans" cxnId="{11667014-DC2F-4E2D-A9AF-F7BDDC6E8B11}">
      <dgm:prSet/>
      <dgm:spPr/>
      <dgm:t>
        <a:bodyPr/>
        <a:lstStyle/>
        <a:p>
          <a:endParaRPr lang="en-US"/>
        </a:p>
      </dgm:t>
    </dgm:pt>
    <dgm:pt modelId="{30ECF198-818A-44F8-BECB-B27E79ECC393}" type="sibTrans" cxnId="{11667014-DC2F-4E2D-A9AF-F7BDDC6E8B11}">
      <dgm:prSet/>
      <dgm:spPr/>
      <dgm:t>
        <a:bodyPr/>
        <a:lstStyle/>
        <a:p>
          <a:endParaRPr lang="en-US"/>
        </a:p>
      </dgm:t>
    </dgm:pt>
    <dgm:pt modelId="{46329988-03C2-4028-AAB6-70877FCCBA05}">
      <dgm:prSet/>
      <dgm:spPr/>
      <dgm:t>
        <a:bodyPr/>
        <a:lstStyle/>
        <a:p>
          <a:r>
            <a:rPr lang="en-US"/>
            <a:t>• This process repeats over many epochs until useful patterns are learned.</a:t>
          </a:r>
        </a:p>
      </dgm:t>
    </dgm:pt>
    <dgm:pt modelId="{D473C8D4-8FD5-47DA-9B02-1818C2A6DE8B}" type="parTrans" cxnId="{B2921A6F-FE9B-4647-8A1E-CAF60CCD34BC}">
      <dgm:prSet/>
      <dgm:spPr/>
      <dgm:t>
        <a:bodyPr/>
        <a:lstStyle/>
        <a:p>
          <a:endParaRPr lang="en-US"/>
        </a:p>
      </dgm:t>
    </dgm:pt>
    <dgm:pt modelId="{E7721EFE-25FD-40A1-A8E6-C533D536C380}" type="sibTrans" cxnId="{B2921A6F-FE9B-4647-8A1E-CAF60CCD34BC}">
      <dgm:prSet/>
      <dgm:spPr/>
      <dgm:t>
        <a:bodyPr/>
        <a:lstStyle/>
        <a:p>
          <a:endParaRPr lang="en-US"/>
        </a:p>
      </dgm:t>
    </dgm:pt>
    <dgm:pt modelId="{A0EA582A-39EA-46C5-A7FD-36B1199C4231}">
      <dgm:prSet/>
      <dgm:spPr/>
      <dgm:t>
        <a:bodyPr/>
        <a:lstStyle/>
        <a:p>
          <a:r>
            <a:rPr lang="en-US"/>
            <a:t>(Diagram placeholder: Input → Layers → Output → Loss → Optimizer → Updated Weights)</a:t>
          </a:r>
        </a:p>
      </dgm:t>
    </dgm:pt>
    <dgm:pt modelId="{61ACBFA3-89DD-4D95-81C6-38D365CDE9E8}" type="parTrans" cxnId="{73EABE17-80DD-4473-BE7E-2FE8E904E2FD}">
      <dgm:prSet/>
      <dgm:spPr/>
      <dgm:t>
        <a:bodyPr/>
        <a:lstStyle/>
        <a:p>
          <a:endParaRPr lang="en-US"/>
        </a:p>
      </dgm:t>
    </dgm:pt>
    <dgm:pt modelId="{185E31A1-F1AD-473D-8416-C8A1A8FFFE7F}" type="sibTrans" cxnId="{73EABE17-80DD-4473-BE7E-2FE8E904E2FD}">
      <dgm:prSet/>
      <dgm:spPr/>
      <dgm:t>
        <a:bodyPr/>
        <a:lstStyle/>
        <a:p>
          <a:endParaRPr lang="en-US"/>
        </a:p>
      </dgm:t>
    </dgm:pt>
    <dgm:pt modelId="{B651BABC-7C43-4C87-A53E-2CA99CD13A9F}" type="pres">
      <dgm:prSet presAssocID="{4D53BED4-52C7-453B-A854-3F0E06D469AF}" presName="diagram" presStyleCnt="0">
        <dgm:presLayoutVars>
          <dgm:dir/>
          <dgm:resizeHandles val="exact"/>
        </dgm:presLayoutVars>
      </dgm:prSet>
      <dgm:spPr/>
    </dgm:pt>
    <dgm:pt modelId="{DF651C88-F23D-4CB6-AAF0-FD3FB02B658B}" type="pres">
      <dgm:prSet presAssocID="{BDB21170-9452-4C85-B028-C55C9D579353}" presName="node" presStyleLbl="node1" presStyleIdx="0" presStyleCnt="5">
        <dgm:presLayoutVars>
          <dgm:bulletEnabled val="1"/>
        </dgm:presLayoutVars>
      </dgm:prSet>
      <dgm:spPr/>
    </dgm:pt>
    <dgm:pt modelId="{EE7F14BC-9C62-41A2-8869-2D2A306BBFD8}" type="pres">
      <dgm:prSet presAssocID="{12B25F5F-4387-4559-91FB-A07ED0114C17}" presName="sibTrans" presStyleCnt="0"/>
      <dgm:spPr/>
    </dgm:pt>
    <dgm:pt modelId="{4FC5F3BB-342E-488A-9509-A5DF556CDA63}" type="pres">
      <dgm:prSet presAssocID="{E3F69981-324F-4374-A02A-3EC66242E5F6}" presName="node" presStyleLbl="node1" presStyleIdx="1" presStyleCnt="5">
        <dgm:presLayoutVars>
          <dgm:bulletEnabled val="1"/>
        </dgm:presLayoutVars>
      </dgm:prSet>
      <dgm:spPr/>
    </dgm:pt>
    <dgm:pt modelId="{2A2B2C85-5A4D-40D6-876C-CFD7A8BF6B0A}" type="pres">
      <dgm:prSet presAssocID="{80A41BB4-DF14-4810-9E6B-6C2BB4FF7313}" presName="sibTrans" presStyleCnt="0"/>
      <dgm:spPr/>
    </dgm:pt>
    <dgm:pt modelId="{830A50EB-E2B9-4488-9768-D7A6DA22C404}" type="pres">
      <dgm:prSet presAssocID="{EB26003C-648D-484B-825F-3AD4C537E3DB}" presName="node" presStyleLbl="node1" presStyleIdx="2" presStyleCnt="5">
        <dgm:presLayoutVars>
          <dgm:bulletEnabled val="1"/>
        </dgm:presLayoutVars>
      </dgm:prSet>
      <dgm:spPr/>
    </dgm:pt>
    <dgm:pt modelId="{FDCBCA16-CE08-49DE-ADE1-B32741C34779}" type="pres">
      <dgm:prSet presAssocID="{30ECF198-818A-44F8-BECB-B27E79ECC393}" presName="sibTrans" presStyleCnt="0"/>
      <dgm:spPr/>
    </dgm:pt>
    <dgm:pt modelId="{6D85D5FE-C756-4DA1-A26D-8D94F96F1572}" type="pres">
      <dgm:prSet presAssocID="{46329988-03C2-4028-AAB6-70877FCCBA05}" presName="node" presStyleLbl="node1" presStyleIdx="3" presStyleCnt="5">
        <dgm:presLayoutVars>
          <dgm:bulletEnabled val="1"/>
        </dgm:presLayoutVars>
      </dgm:prSet>
      <dgm:spPr/>
    </dgm:pt>
    <dgm:pt modelId="{AC56B980-FCBF-4600-A049-3AE3C59FC950}" type="pres">
      <dgm:prSet presAssocID="{E7721EFE-25FD-40A1-A8E6-C533D536C380}" presName="sibTrans" presStyleCnt="0"/>
      <dgm:spPr/>
    </dgm:pt>
    <dgm:pt modelId="{A9544FFC-4934-429D-88E9-0A3A3A8D1372}" type="pres">
      <dgm:prSet presAssocID="{A0EA582A-39EA-46C5-A7FD-36B1199C4231}" presName="node" presStyleLbl="node1" presStyleIdx="4" presStyleCnt="5">
        <dgm:presLayoutVars>
          <dgm:bulletEnabled val="1"/>
        </dgm:presLayoutVars>
      </dgm:prSet>
      <dgm:spPr/>
    </dgm:pt>
  </dgm:ptLst>
  <dgm:cxnLst>
    <dgm:cxn modelId="{981DEE00-C338-4A1B-8E09-FD50B785597F}" type="presOf" srcId="{46329988-03C2-4028-AAB6-70877FCCBA05}" destId="{6D85D5FE-C756-4DA1-A26D-8D94F96F1572}" srcOrd="0" destOrd="0" presId="urn:microsoft.com/office/officeart/2005/8/layout/default"/>
    <dgm:cxn modelId="{8EE92112-CD39-4D2E-9E4F-76FFCD2B8103}" type="presOf" srcId="{4D53BED4-52C7-453B-A854-3F0E06D469AF}" destId="{B651BABC-7C43-4C87-A53E-2CA99CD13A9F}" srcOrd="0" destOrd="0" presId="urn:microsoft.com/office/officeart/2005/8/layout/default"/>
    <dgm:cxn modelId="{11667014-DC2F-4E2D-A9AF-F7BDDC6E8B11}" srcId="{4D53BED4-52C7-453B-A854-3F0E06D469AF}" destId="{EB26003C-648D-484B-825F-3AD4C537E3DB}" srcOrd="2" destOrd="0" parTransId="{19F0DBEA-CEE9-43A8-8C54-A815207CD039}" sibTransId="{30ECF198-818A-44F8-BECB-B27E79ECC393}"/>
    <dgm:cxn modelId="{73EABE17-80DD-4473-BE7E-2FE8E904E2FD}" srcId="{4D53BED4-52C7-453B-A854-3F0E06D469AF}" destId="{A0EA582A-39EA-46C5-A7FD-36B1199C4231}" srcOrd="4" destOrd="0" parTransId="{61ACBFA3-89DD-4D95-81C6-38D365CDE9E8}" sibTransId="{185E31A1-F1AD-473D-8416-C8A1A8FFFE7F}"/>
    <dgm:cxn modelId="{B831F52E-1F41-4033-9456-6F4061271E09}" type="presOf" srcId="{BDB21170-9452-4C85-B028-C55C9D579353}" destId="{DF651C88-F23D-4CB6-AAF0-FD3FB02B658B}" srcOrd="0" destOrd="0" presId="urn:microsoft.com/office/officeart/2005/8/layout/default"/>
    <dgm:cxn modelId="{B2921A6F-FE9B-4647-8A1E-CAF60CCD34BC}" srcId="{4D53BED4-52C7-453B-A854-3F0E06D469AF}" destId="{46329988-03C2-4028-AAB6-70877FCCBA05}" srcOrd="3" destOrd="0" parTransId="{D473C8D4-8FD5-47DA-9B02-1818C2A6DE8B}" sibTransId="{E7721EFE-25FD-40A1-A8E6-C533D536C380}"/>
    <dgm:cxn modelId="{EEC9F250-B26B-4A87-916E-245EE5589522}" srcId="{4D53BED4-52C7-453B-A854-3F0E06D469AF}" destId="{E3F69981-324F-4374-A02A-3EC66242E5F6}" srcOrd="1" destOrd="0" parTransId="{22EA3B6F-67DB-45A3-B142-5A5006D1D360}" sibTransId="{80A41BB4-DF14-4810-9E6B-6C2BB4FF7313}"/>
    <dgm:cxn modelId="{50C49FCA-5E67-469F-87E0-37F1FD65DBFE}" type="presOf" srcId="{EB26003C-648D-484B-825F-3AD4C537E3DB}" destId="{830A50EB-E2B9-4488-9768-D7A6DA22C404}" srcOrd="0" destOrd="0" presId="urn:microsoft.com/office/officeart/2005/8/layout/default"/>
    <dgm:cxn modelId="{70308AD7-8D0F-4208-9FB1-7B4294AA8717}" type="presOf" srcId="{E3F69981-324F-4374-A02A-3EC66242E5F6}" destId="{4FC5F3BB-342E-488A-9509-A5DF556CDA63}" srcOrd="0" destOrd="0" presId="urn:microsoft.com/office/officeart/2005/8/layout/default"/>
    <dgm:cxn modelId="{D49D86E2-397F-4815-B0EC-D8ED2FD17556}" srcId="{4D53BED4-52C7-453B-A854-3F0E06D469AF}" destId="{BDB21170-9452-4C85-B028-C55C9D579353}" srcOrd="0" destOrd="0" parTransId="{EF23A2F4-0A8F-4675-BFBD-E717B4649692}" sibTransId="{12B25F5F-4387-4559-91FB-A07ED0114C17}"/>
    <dgm:cxn modelId="{B185A6EF-E5E0-4568-8A2D-1F0F2D89B960}" type="presOf" srcId="{A0EA582A-39EA-46C5-A7FD-36B1199C4231}" destId="{A9544FFC-4934-429D-88E9-0A3A3A8D1372}" srcOrd="0" destOrd="0" presId="urn:microsoft.com/office/officeart/2005/8/layout/default"/>
    <dgm:cxn modelId="{6282B284-1152-4E64-82CD-8CE457629B34}" type="presParOf" srcId="{B651BABC-7C43-4C87-A53E-2CA99CD13A9F}" destId="{DF651C88-F23D-4CB6-AAF0-FD3FB02B658B}" srcOrd="0" destOrd="0" presId="urn:microsoft.com/office/officeart/2005/8/layout/default"/>
    <dgm:cxn modelId="{9241FA72-060D-419F-BBF1-CDE87542AE10}" type="presParOf" srcId="{B651BABC-7C43-4C87-A53E-2CA99CD13A9F}" destId="{EE7F14BC-9C62-41A2-8869-2D2A306BBFD8}" srcOrd="1" destOrd="0" presId="urn:microsoft.com/office/officeart/2005/8/layout/default"/>
    <dgm:cxn modelId="{28D02B86-D2B3-4B79-85AC-FBAA5C4EA6A4}" type="presParOf" srcId="{B651BABC-7C43-4C87-A53E-2CA99CD13A9F}" destId="{4FC5F3BB-342E-488A-9509-A5DF556CDA63}" srcOrd="2" destOrd="0" presId="urn:microsoft.com/office/officeart/2005/8/layout/default"/>
    <dgm:cxn modelId="{BB57F481-2129-4779-B4A0-3408BC2EB17F}" type="presParOf" srcId="{B651BABC-7C43-4C87-A53E-2CA99CD13A9F}" destId="{2A2B2C85-5A4D-40D6-876C-CFD7A8BF6B0A}" srcOrd="3" destOrd="0" presId="urn:microsoft.com/office/officeart/2005/8/layout/default"/>
    <dgm:cxn modelId="{EC9EDFF9-6DBC-41A6-9B14-2E82A81CD4BD}" type="presParOf" srcId="{B651BABC-7C43-4C87-A53E-2CA99CD13A9F}" destId="{830A50EB-E2B9-4488-9768-D7A6DA22C404}" srcOrd="4" destOrd="0" presId="urn:microsoft.com/office/officeart/2005/8/layout/default"/>
    <dgm:cxn modelId="{F22639C8-7E6C-4E05-A176-774358506229}" type="presParOf" srcId="{B651BABC-7C43-4C87-A53E-2CA99CD13A9F}" destId="{FDCBCA16-CE08-49DE-ADE1-B32741C34779}" srcOrd="5" destOrd="0" presId="urn:microsoft.com/office/officeart/2005/8/layout/default"/>
    <dgm:cxn modelId="{359DAD02-7D33-4D0D-90EA-4BCCEF9B2493}" type="presParOf" srcId="{B651BABC-7C43-4C87-A53E-2CA99CD13A9F}" destId="{6D85D5FE-C756-4DA1-A26D-8D94F96F1572}" srcOrd="6" destOrd="0" presId="urn:microsoft.com/office/officeart/2005/8/layout/default"/>
    <dgm:cxn modelId="{4F097FCB-A44C-42E4-8AF3-46934B438555}" type="presParOf" srcId="{B651BABC-7C43-4C87-A53E-2CA99CD13A9F}" destId="{AC56B980-FCBF-4600-A049-3AE3C59FC950}" srcOrd="7" destOrd="0" presId="urn:microsoft.com/office/officeart/2005/8/layout/default"/>
    <dgm:cxn modelId="{3F7942A8-2B78-4663-BCE1-82F1BA252842}" type="presParOf" srcId="{B651BABC-7C43-4C87-A53E-2CA99CD13A9F}" destId="{A9544FFC-4934-429D-88E9-0A3A3A8D1372}"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E49C5DC-B1A8-452E-BF79-C2B0BF94EF5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5D92B5B-5E0A-4CC0-91B1-455F35DB23D3}">
      <dgm:prSet/>
      <dgm:spPr/>
      <dgm:t>
        <a:bodyPr/>
        <a:lstStyle/>
        <a:p>
          <a:r>
            <a:rPr lang="en-US"/>
            <a:t>• Increasing layers and neurons allowed the model to fit more complex decision boundaries but increased training time and overfitting risk.</a:t>
          </a:r>
        </a:p>
      </dgm:t>
    </dgm:pt>
    <dgm:pt modelId="{B286A6B7-8DBE-498A-9133-4547B22B74F4}" type="parTrans" cxnId="{6AB0D292-CD98-4981-9DE8-46B1F44F478E}">
      <dgm:prSet/>
      <dgm:spPr/>
      <dgm:t>
        <a:bodyPr/>
        <a:lstStyle/>
        <a:p>
          <a:endParaRPr lang="en-US"/>
        </a:p>
      </dgm:t>
    </dgm:pt>
    <dgm:pt modelId="{5B97F587-69EE-4B1C-BB7E-DA0012695727}" type="sibTrans" cxnId="{6AB0D292-CD98-4981-9DE8-46B1F44F478E}">
      <dgm:prSet/>
      <dgm:spPr/>
      <dgm:t>
        <a:bodyPr/>
        <a:lstStyle/>
        <a:p>
          <a:endParaRPr lang="en-US"/>
        </a:p>
      </dgm:t>
    </dgm:pt>
    <dgm:pt modelId="{73BCDF7C-CBCC-4D72-87B0-59E61C4CEC5E}">
      <dgm:prSet/>
      <dgm:spPr/>
      <dgm:t>
        <a:bodyPr/>
        <a:lstStyle/>
        <a:p>
          <a:r>
            <a:rPr lang="en-US"/>
            <a:t>• Higher noise levels made it harder for the model to learn clear patterns.</a:t>
          </a:r>
        </a:p>
      </dgm:t>
    </dgm:pt>
    <dgm:pt modelId="{95C7108A-C6CC-42A3-B1CA-62E2C116D204}" type="parTrans" cxnId="{EA263C46-006A-4B3B-9328-7C11AFC6AEB0}">
      <dgm:prSet/>
      <dgm:spPr/>
      <dgm:t>
        <a:bodyPr/>
        <a:lstStyle/>
        <a:p>
          <a:endParaRPr lang="en-US"/>
        </a:p>
      </dgm:t>
    </dgm:pt>
    <dgm:pt modelId="{EE419DE4-7540-4F4E-9642-BFABD5F7503C}" type="sibTrans" cxnId="{EA263C46-006A-4B3B-9328-7C11AFC6AEB0}">
      <dgm:prSet/>
      <dgm:spPr/>
      <dgm:t>
        <a:bodyPr/>
        <a:lstStyle/>
        <a:p>
          <a:endParaRPr lang="en-US"/>
        </a:p>
      </dgm:t>
    </dgm:pt>
    <dgm:pt modelId="{B53AFF27-61CE-4AE2-9421-96E2B09F778B}">
      <dgm:prSet/>
      <dgm:spPr/>
      <dgm:t>
        <a:bodyPr/>
        <a:lstStyle/>
        <a:p>
          <a:r>
            <a:rPr lang="en-US"/>
            <a:t>• Activation functions and learning rate affected convergence speed and stability.</a:t>
          </a:r>
        </a:p>
      </dgm:t>
    </dgm:pt>
    <dgm:pt modelId="{3D5FFF02-B064-4F44-BA73-92EF4527E8BD}" type="parTrans" cxnId="{2192B2BB-345C-42A3-988E-0BEF4D74AB89}">
      <dgm:prSet/>
      <dgm:spPr/>
      <dgm:t>
        <a:bodyPr/>
        <a:lstStyle/>
        <a:p>
          <a:endParaRPr lang="en-US"/>
        </a:p>
      </dgm:t>
    </dgm:pt>
    <dgm:pt modelId="{A4F6DDC3-491B-45C3-82B8-9244BB1C7B98}" type="sibTrans" cxnId="{2192B2BB-345C-42A3-988E-0BEF4D74AB89}">
      <dgm:prSet/>
      <dgm:spPr/>
      <dgm:t>
        <a:bodyPr/>
        <a:lstStyle/>
        <a:p>
          <a:endParaRPr lang="en-US"/>
        </a:p>
      </dgm:t>
    </dgm:pt>
    <dgm:pt modelId="{F3621594-722E-43C3-86D0-EDC74A36838C}">
      <dgm:prSet/>
      <dgm:spPr/>
      <dgm:t>
        <a:bodyPr/>
        <a:lstStyle/>
        <a:p>
          <a:r>
            <a:rPr lang="en-US"/>
            <a:t>• Visualizing decision boundaries showed how architecture choices impact model behavior.</a:t>
          </a:r>
        </a:p>
      </dgm:t>
    </dgm:pt>
    <dgm:pt modelId="{43BEC764-2870-41BC-9D91-21EBB4ED340F}" type="parTrans" cxnId="{254ECE84-496E-418E-ACAB-102A9A93FA63}">
      <dgm:prSet/>
      <dgm:spPr/>
      <dgm:t>
        <a:bodyPr/>
        <a:lstStyle/>
        <a:p>
          <a:endParaRPr lang="en-US"/>
        </a:p>
      </dgm:t>
    </dgm:pt>
    <dgm:pt modelId="{9E1B5807-FA6D-4746-80D6-8D3A56EBC287}" type="sibTrans" cxnId="{254ECE84-496E-418E-ACAB-102A9A93FA63}">
      <dgm:prSet/>
      <dgm:spPr/>
      <dgm:t>
        <a:bodyPr/>
        <a:lstStyle/>
        <a:p>
          <a:endParaRPr lang="en-US"/>
        </a:p>
      </dgm:t>
    </dgm:pt>
    <dgm:pt modelId="{EF7BEC7C-17C1-4456-A527-B4EE7B050BA1}" type="pres">
      <dgm:prSet presAssocID="{4E49C5DC-B1A8-452E-BF79-C2B0BF94EF55}" presName="linear" presStyleCnt="0">
        <dgm:presLayoutVars>
          <dgm:animLvl val="lvl"/>
          <dgm:resizeHandles val="exact"/>
        </dgm:presLayoutVars>
      </dgm:prSet>
      <dgm:spPr/>
    </dgm:pt>
    <dgm:pt modelId="{8EE8A7AB-0A34-4FBE-8C69-C39C4B6D056C}" type="pres">
      <dgm:prSet presAssocID="{D5D92B5B-5E0A-4CC0-91B1-455F35DB23D3}" presName="parentText" presStyleLbl="node1" presStyleIdx="0" presStyleCnt="4">
        <dgm:presLayoutVars>
          <dgm:chMax val="0"/>
          <dgm:bulletEnabled val="1"/>
        </dgm:presLayoutVars>
      </dgm:prSet>
      <dgm:spPr/>
    </dgm:pt>
    <dgm:pt modelId="{0275E31F-520E-49B7-B0EB-189DFF7F30FC}" type="pres">
      <dgm:prSet presAssocID="{5B97F587-69EE-4B1C-BB7E-DA0012695727}" presName="spacer" presStyleCnt="0"/>
      <dgm:spPr/>
    </dgm:pt>
    <dgm:pt modelId="{90C101B6-325B-4B88-8718-68F75621F03D}" type="pres">
      <dgm:prSet presAssocID="{73BCDF7C-CBCC-4D72-87B0-59E61C4CEC5E}" presName="parentText" presStyleLbl="node1" presStyleIdx="1" presStyleCnt="4">
        <dgm:presLayoutVars>
          <dgm:chMax val="0"/>
          <dgm:bulletEnabled val="1"/>
        </dgm:presLayoutVars>
      </dgm:prSet>
      <dgm:spPr/>
    </dgm:pt>
    <dgm:pt modelId="{8CD5F799-F1EC-4784-888A-4879E3430CE2}" type="pres">
      <dgm:prSet presAssocID="{EE419DE4-7540-4F4E-9642-BFABD5F7503C}" presName="spacer" presStyleCnt="0"/>
      <dgm:spPr/>
    </dgm:pt>
    <dgm:pt modelId="{AFE06D61-2907-46F9-870C-7CC91E222076}" type="pres">
      <dgm:prSet presAssocID="{B53AFF27-61CE-4AE2-9421-96E2B09F778B}" presName="parentText" presStyleLbl="node1" presStyleIdx="2" presStyleCnt="4">
        <dgm:presLayoutVars>
          <dgm:chMax val="0"/>
          <dgm:bulletEnabled val="1"/>
        </dgm:presLayoutVars>
      </dgm:prSet>
      <dgm:spPr/>
    </dgm:pt>
    <dgm:pt modelId="{2A19D1D1-A423-4F75-AC61-3AD0124132C4}" type="pres">
      <dgm:prSet presAssocID="{A4F6DDC3-491B-45C3-82B8-9244BB1C7B98}" presName="spacer" presStyleCnt="0"/>
      <dgm:spPr/>
    </dgm:pt>
    <dgm:pt modelId="{A6DA0E46-87C3-49DC-B934-E8ADC354BB6E}" type="pres">
      <dgm:prSet presAssocID="{F3621594-722E-43C3-86D0-EDC74A36838C}" presName="parentText" presStyleLbl="node1" presStyleIdx="3" presStyleCnt="4">
        <dgm:presLayoutVars>
          <dgm:chMax val="0"/>
          <dgm:bulletEnabled val="1"/>
        </dgm:presLayoutVars>
      </dgm:prSet>
      <dgm:spPr/>
    </dgm:pt>
  </dgm:ptLst>
  <dgm:cxnLst>
    <dgm:cxn modelId="{901C7313-3788-4F4F-8970-C09D527C3B29}" type="presOf" srcId="{F3621594-722E-43C3-86D0-EDC74A36838C}" destId="{A6DA0E46-87C3-49DC-B934-E8ADC354BB6E}" srcOrd="0" destOrd="0" presId="urn:microsoft.com/office/officeart/2005/8/layout/vList2"/>
    <dgm:cxn modelId="{22B7E51C-0DC7-4D45-B159-3AA7467090AE}" type="presOf" srcId="{4E49C5DC-B1A8-452E-BF79-C2B0BF94EF55}" destId="{EF7BEC7C-17C1-4456-A527-B4EE7B050BA1}" srcOrd="0" destOrd="0" presId="urn:microsoft.com/office/officeart/2005/8/layout/vList2"/>
    <dgm:cxn modelId="{33DE9A42-1005-48B1-BFD7-61B509B105C1}" type="presOf" srcId="{73BCDF7C-CBCC-4D72-87B0-59E61C4CEC5E}" destId="{90C101B6-325B-4B88-8718-68F75621F03D}" srcOrd="0" destOrd="0" presId="urn:microsoft.com/office/officeart/2005/8/layout/vList2"/>
    <dgm:cxn modelId="{EA263C46-006A-4B3B-9328-7C11AFC6AEB0}" srcId="{4E49C5DC-B1A8-452E-BF79-C2B0BF94EF55}" destId="{73BCDF7C-CBCC-4D72-87B0-59E61C4CEC5E}" srcOrd="1" destOrd="0" parTransId="{95C7108A-C6CC-42A3-B1CA-62E2C116D204}" sibTransId="{EE419DE4-7540-4F4E-9642-BFABD5F7503C}"/>
    <dgm:cxn modelId="{254ECE84-496E-418E-ACAB-102A9A93FA63}" srcId="{4E49C5DC-B1A8-452E-BF79-C2B0BF94EF55}" destId="{F3621594-722E-43C3-86D0-EDC74A36838C}" srcOrd="3" destOrd="0" parTransId="{43BEC764-2870-41BC-9D91-21EBB4ED340F}" sibTransId="{9E1B5807-FA6D-4746-80D6-8D3A56EBC287}"/>
    <dgm:cxn modelId="{6AB0D292-CD98-4981-9DE8-46B1F44F478E}" srcId="{4E49C5DC-B1A8-452E-BF79-C2B0BF94EF55}" destId="{D5D92B5B-5E0A-4CC0-91B1-455F35DB23D3}" srcOrd="0" destOrd="0" parTransId="{B286A6B7-8DBE-498A-9133-4547B22B74F4}" sibTransId="{5B97F587-69EE-4B1C-BB7E-DA0012695727}"/>
    <dgm:cxn modelId="{0667DB97-86DB-4769-A148-9835EFF378E4}" type="presOf" srcId="{D5D92B5B-5E0A-4CC0-91B1-455F35DB23D3}" destId="{8EE8A7AB-0A34-4FBE-8C69-C39C4B6D056C}" srcOrd="0" destOrd="0" presId="urn:microsoft.com/office/officeart/2005/8/layout/vList2"/>
    <dgm:cxn modelId="{2192B2BB-345C-42A3-988E-0BEF4D74AB89}" srcId="{4E49C5DC-B1A8-452E-BF79-C2B0BF94EF55}" destId="{B53AFF27-61CE-4AE2-9421-96E2B09F778B}" srcOrd="2" destOrd="0" parTransId="{3D5FFF02-B064-4F44-BA73-92EF4527E8BD}" sibTransId="{A4F6DDC3-491B-45C3-82B8-9244BB1C7B98}"/>
    <dgm:cxn modelId="{AC637DCC-5ACF-499A-8732-41B77EBCBFEF}" type="presOf" srcId="{B53AFF27-61CE-4AE2-9421-96E2B09F778B}" destId="{AFE06D61-2907-46F9-870C-7CC91E222076}" srcOrd="0" destOrd="0" presId="urn:microsoft.com/office/officeart/2005/8/layout/vList2"/>
    <dgm:cxn modelId="{2EEDF76C-AC69-4025-B9BF-B5DF4C882C2A}" type="presParOf" srcId="{EF7BEC7C-17C1-4456-A527-B4EE7B050BA1}" destId="{8EE8A7AB-0A34-4FBE-8C69-C39C4B6D056C}" srcOrd="0" destOrd="0" presId="urn:microsoft.com/office/officeart/2005/8/layout/vList2"/>
    <dgm:cxn modelId="{D1B287A5-49CE-47D2-AA4B-11DBEFC70361}" type="presParOf" srcId="{EF7BEC7C-17C1-4456-A527-B4EE7B050BA1}" destId="{0275E31F-520E-49B7-B0EB-189DFF7F30FC}" srcOrd="1" destOrd="0" presId="urn:microsoft.com/office/officeart/2005/8/layout/vList2"/>
    <dgm:cxn modelId="{84FD4037-CA6E-4E5D-AA7C-2205DA7D55A7}" type="presParOf" srcId="{EF7BEC7C-17C1-4456-A527-B4EE7B050BA1}" destId="{90C101B6-325B-4B88-8718-68F75621F03D}" srcOrd="2" destOrd="0" presId="urn:microsoft.com/office/officeart/2005/8/layout/vList2"/>
    <dgm:cxn modelId="{52A38887-132C-42F1-A23C-2A60556F418A}" type="presParOf" srcId="{EF7BEC7C-17C1-4456-A527-B4EE7B050BA1}" destId="{8CD5F799-F1EC-4784-888A-4879E3430CE2}" srcOrd="3" destOrd="0" presId="urn:microsoft.com/office/officeart/2005/8/layout/vList2"/>
    <dgm:cxn modelId="{9C58153A-99E0-412C-8232-FD74760D694B}" type="presParOf" srcId="{EF7BEC7C-17C1-4456-A527-B4EE7B050BA1}" destId="{AFE06D61-2907-46F9-870C-7CC91E222076}" srcOrd="4" destOrd="0" presId="urn:microsoft.com/office/officeart/2005/8/layout/vList2"/>
    <dgm:cxn modelId="{7B9F7099-618B-448A-97AD-5B857D2CCC10}" type="presParOf" srcId="{EF7BEC7C-17C1-4456-A527-B4EE7B050BA1}" destId="{2A19D1D1-A423-4F75-AC61-3AD0124132C4}" srcOrd="5" destOrd="0" presId="urn:microsoft.com/office/officeart/2005/8/layout/vList2"/>
    <dgm:cxn modelId="{E19CDCC9-1061-425F-AE84-34367B405941}" type="presParOf" srcId="{EF7BEC7C-17C1-4456-A527-B4EE7B050BA1}" destId="{A6DA0E46-87C3-49DC-B934-E8ADC354BB6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92CB2DA-C336-4BEF-A868-C7F42983E50A}"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3BBA360C-F5C0-43C4-8FAF-8632423D7FBC}">
      <dgm:prSet/>
      <dgm:spPr/>
      <dgm:t>
        <a:bodyPr/>
        <a:lstStyle/>
        <a:p>
          <a:r>
            <a:rPr lang="en-US"/>
            <a:t>• Defined neural network components: layers, neurons, weights, activation functions, loss functions, and optimization algorithms.</a:t>
          </a:r>
        </a:p>
      </dgm:t>
    </dgm:pt>
    <dgm:pt modelId="{8322EBF9-7B14-49E5-944C-ECDE40E0E606}" type="parTrans" cxnId="{9073BBF7-0DBD-4A8A-ABAA-8EB6C0D162CC}">
      <dgm:prSet/>
      <dgm:spPr/>
      <dgm:t>
        <a:bodyPr/>
        <a:lstStyle/>
        <a:p>
          <a:endParaRPr lang="en-US"/>
        </a:p>
      </dgm:t>
    </dgm:pt>
    <dgm:pt modelId="{A7A7BF3F-6299-44DD-93B3-AD3D1479F90C}" type="sibTrans" cxnId="{9073BBF7-0DBD-4A8A-ABAA-8EB6C0D162CC}">
      <dgm:prSet/>
      <dgm:spPr/>
      <dgm:t>
        <a:bodyPr/>
        <a:lstStyle/>
        <a:p>
          <a:endParaRPr lang="en-US"/>
        </a:p>
      </dgm:t>
    </dgm:pt>
    <dgm:pt modelId="{3F025D8C-2339-489A-889B-77EB5A10401E}">
      <dgm:prSet/>
      <dgm:spPr/>
      <dgm:t>
        <a:bodyPr/>
        <a:lstStyle/>
        <a:p>
          <a:r>
            <a:rPr lang="en-US"/>
            <a:t>• Illustrated how data flows through a network and how each component contributes to learning.</a:t>
          </a:r>
        </a:p>
      </dgm:t>
    </dgm:pt>
    <dgm:pt modelId="{13303E9C-5B98-4607-BDA0-0FAA9134A603}" type="parTrans" cxnId="{04728AA9-5CEC-40B3-9D38-A4D97223830F}">
      <dgm:prSet/>
      <dgm:spPr/>
      <dgm:t>
        <a:bodyPr/>
        <a:lstStyle/>
        <a:p>
          <a:endParaRPr lang="en-US"/>
        </a:p>
      </dgm:t>
    </dgm:pt>
    <dgm:pt modelId="{79996CE2-C145-4196-8533-116BC57705CB}" type="sibTrans" cxnId="{04728AA9-5CEC-40B3-9D38-A4D97223830F}">
      <dgm:prSet/>
      <dgm:spPr/>
      <dgm:t>
        <a:bodyPr/>
        <a:lstStyle/>
        <a:p>
          <a:endParaRPr lang="en-US"/>
        </a:p>
      </dgm:t>
    </dgm:pt>
    <dgm:pt modelId="{A2A5A853-FC1C-4115-B7C3-744F5BA892F3}">
      <dgm:prSet/>
      <dgm:spPr/>
      <dgm:t>
        <a:bodyPr/>
        <a:lstStyle/>
        <a:p>
          <a:r>
            <a:rPr lang="en-US"/>
            <a:t>• Observed how architecture and hyperparameters affect performance using Neural Network Playground.</a:t>
          </a:r>
        </a:p>
      </dgm:t>
    </dgm:pt>
    <dgm:pt modelId="{F1538234-59C8-4877-8745-5FF999B84102}" type="parTrans" cxnId="{242B3161-5138-4794-A698-6F944E9AC41E}">
      <dgm:prSet/>
      <dgm:spPr/>
      <dgm:t>
        <a:bodyPr/>
        <a:lstStyle/>
        <a:p>
          <a:endParaRPr lang="en-US"/>
        </a:p>
      </dgm:t>
    </dgm:pt>
    <dgm:pt modelId="{525C6C87-BA94-4B08-ADE6-2A68C0DB1C7E}" type="sibTrans" cxnId="{242B3161-5138-4794-A698-6F944E9AC41E}">
      <dgm:prSet/>
      <dgm:spPr/>
      <dgm:t>
        <a:bodyPr/>
        <a:lstStyle/>
        <a:p>
          <a:endParaRPr lang="en-US"/>
        </a:p>
      </dgm:t>
    </dgm:pt>
    <dgm:pt modelId="{4AD4164F-BF50-470B-B4CA-0B4ED4336BA3}">
      <dgm:prSet/>
      <dgm:spPr/>
      <dgm:t>
        <a:bodyPr/>
        <a:lstStyle/>
        <a:p>
          <a:r>
            <a:rPr lang="en-US"/>
            <a:t>• Visualization tools help explain complex AI concepts to technical and non‑technical audiences.</a:t>
          </a:r>
        </a:p>
      </dgm:t>
    </dgm:pt>
    <dgm:pt modelId="{159AF72B-0025-4F63-B542-607F54C3A86C}" type="parTrans" cxnId="{6AAC3D02-ED3E-471E-A0FD-4828D1CC65E9}">
      <dgm:prSet/>
      <dgm:spPr/>
      <dgm:t>
        <a:bodyPr/>
        <a:lstStyle/>
        <a:p>
          <a:endParaRPr lang="en-US"/>
        </a:p>
      </dgm:t>
    </dgm:pt>
    <dgm:pt modelId="{940374B6-742F-46E6-ABE5-867376F731AD}" type="sibTrans" cxnId="{6AAC3D02-ED3E-471E-A0FD-4828D1CC65E9}">
      <dgm:prSet/>
      <dgm:spPr/>
      <dgm:t>
        <a:bodyPr/>
        <a:lstStyle/>
        <a:p>
          <a:endParaRPr lang="en-US"/>
        </a:p>
      </dgm:t>
    </dgm:pt>
    <dgm:pt modelId="{206A5733-3A06-4C4D-950A-B9B6AF7AF4B1}" type="pres">
      <dgm:prSet presAssocID="{B92CB2DA-C336-4BEF-A868-C7F42983E50A}" presName="root" presStyleCnt="0">
        <dgm:presLayoutVars>
          <dgm:dir/>
          <dgm:resizeHandles val="exact"/>
        </dgm:presLayoutVars>
      </dgm:prSet>
      <dgm:spPr/>
    </dgm:pt>
    <dgm:pt modelId="{FFE17621-10BC-4C3C-A0E9-9D851634BBF9}" type="pres">
      <dgm:prSet presAssocID="{3BBA360C-F5C0-43C4-8FAF-8632423D7FBC}" presName="compNode" presStyleCnt="0"/>
      <dgm:spPr/>
    </dgm:pt>
    <dgm:pt modelId="{7E5BF331-1C42-4587-A7AA-2FCD2455C4BB}" type="pres">
      <dgm:prSet presAssocID="{3BBA360C-F5C0-43C4-8FAF-8632423D7FB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a:ext>
      </dgm:extLst>
    </dgm:pt>
    <dgm:pt modelId="{C1AB157A-8DA2-4E82-974E-AA2E93FE114C}" type="pres">
      <dgm:prSet presAssocID="{3BBA360C-F5C0-43C4-8FAF-8632423D7FBC}" presName="spaceRect" presStyleCnt="0"/>
      <dgm:spPr/>
    </dgm:pt>
    <dgm:pt modelId="{9B617DA1-25D8-4B2B-AC37-D2F0B4C193D4}" type="pres">
      <dgm:prSet presAssocID="{3BBA360C-F5C0-43C4-8FAF-8632423D7FBC}" presName="textRect" presStyleLbl="revTx" presStyleIdx="0" presStyleCnt="4">
        <dgm:presLayoutVars>
          <dgm:chMax val="1"/>
          <dgm:chPref val="1"/>
        </dgm:presLayoutVars>
      </dgm:prSet>
      <dgm:spPr/>
    </dgm:pt>
    <dgm:pt modelId="{FEBDDF65-2901-470E-B31D-048385A3A049}" type="pres">
      <dgm:prSet presAssocID="{A7A7BF3F-6299-44DD-93B3-AD3D1479F90C}" presName="sibTrans" presStyleCnt="0"/>
      <dgm:spPr/>
    </dgm:pt>
    <dgm:pt modelId="{DF8A0E07-5545-4210-BD83-4FAACC24DE86}" type="pres">
      <dgm:prSet presAssocID="{3F025D8C-2339-489A-889B-77EB5A10401E}" presName="compNode" presStyleCnt="0"/>
      <dgm:spPr/>
    </dgm:pt>
    <dgm:pt modelId="{D3045B9E-E05A-4330-8D17-07BC3EC2A54A}" type="pres">
      <dgm:prSet presAssocID="{3F025D8C-2339-489A-889B-77EB5A10401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Diagram"/>
        </a:ext>
      </dgm:extLst>
    </dgm:pt>
    <dgm:pt modelId="{8CA47B05-64FA-48F6-A101-A4AE854C69EF}" type="pres">
      <dgm:prSet presAssocID="{3F025D8C-2339-489A-889B-77EB5A10401E}" presName="spaceRect" presStyleCnt="0"/>
      <dgm:spPr/>
    </dgm:pt>
    <dgm:pt modelId="{46694381-27F1-45CC-BF1C-5780DFE750C0}" type="pres">
      <dgm:prSet presAssocID="{3F025D8C-2339-489A-889B-77EB5A10401E}" presName="textRect" presStyleLbl="revTx" presStyleIdx="1" presStyleCnt="4">
        <dgm:presLayoutVars>
          <dgm:chMax val="1"/>
          <dgm:chPref val="1"/>
        </dgm:presLayoutVars>
      </dgm:prSet>
      <dgm:spPr/>
    </dgm:pt>
    <dgm:pt modelId="{2549A00D-F38E-445E-B55C-9F5C813AB4A4}" type="pres">
      <dgm:prSet presAssocID="{79996CE2-C145-4196-8533-116BC57705CB}" presName="sibTrans" presStyleCnt="0"/>
      <dgm:spPr/>
    </dgm:pt>
    <dgm:pt modelId="{E3CDAE11-0126-4388-BB79-D26FB7A507B7}" type="pres">
      <dgm:prSet presAssocID="{A2A5A853-FC1C-4115-B7C3-744F5BA892F3}" presName="compNode" presStyleCnt="0"/>
      <dgm:spPr/>
    </dgm:pt>
    <dgm:pt modelId="{A01D7ACE-1A6E-40F0-9F21-F97EDB9AE5ED}" type="pres">
      <dgm:prSet presAssocID="{A2A5A853-FC1C-4115-B7C3-744F5BA892F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etwork"/>
        </a:ext>
      </dgm:extLst>
    </dgm:pt>
    <dgm:pt modelId="{7A04CD61-6FC4-4F1E-B65A-E4136F29E2EC}" type="pres">
      <dgm:prSet presAssocID="{A2A5A853-FC1C-4115-B7C3-744F5BA892F3}" presName="spaceRect" presStyleCnt="0"/>
      <dgm:spPr/>
    </dgm:pt>
    <dgm:pt modelId="{06130E1D-CA80-45C8-94D7-B097EAEF5D0C}" type="pres">
      <dgm:prSet presAssocID="{A2A5A853-FC1C-4115-B7C3-744F5BA892F3}" presName="textRect" presStyleLbl="revTx" presStyleIdx="2" presStyleCnt="4">
        <dgm:presLayoutVars>
          <dgm:chMax val="1"/>
          <dgm:chPref val="1"/>
        </dgm:presLayoutVars>
      </dgm:prSet>
      <dgm:spPr/>
    </dgm:pt>
    <dgm:pt modelId="{EDE74D37-2019-4508-8F13-41DF759FF3E6}" type="pres">
      <dgm:prSet presAssocID="{525C6C87-BA94-4B08-ADE6-2A68C0DB1C7E}" presName="sibTrans" presStyleCnt="0"/>
      <dgm:spPr/>
    </dgm:pt>
    <dgm:pt modelId="{6DBB7D38-5678-470D-8963-C030AF7CF63C}" type="pres">
      <dgm:prSet presAssocID="{4AD4164F-BF50-470B-B4CA-0B4ED4336BA3}" presName="compNode" presStyleCnt="0"/>
      <dgm:spPr/>
    </dgm:pt>
    <dgm:pt modelId="{E3EE93CF-EC95-46DD-883B-A9DA076D0D2A}" type="pres">
      <dgm:prSet presAssocID="{4AD4164F-BF50-470B-B4CA-0B4ED4336BA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BB640710-3248-49EF-A083-80A066399030}" type="pres">
      <dgm:prSet presAssocID="{4AD4164F-BF50-470B-B4CA-0B4ED4336BA3}" presName="spaceRect" presStyleCnt="0"/>
      <dgm:spPr/>
    </dgm:pt>
    <dgm:pt modelId="{BB26335F-E18A-4D53-A16F-18CE51297431}" type="pres">
      <dgm:prSet presAssocID="{4AD4164F-BF50-470B-B4CA-0B4ED4336BA3}" presName="textRect" presStyleLbl="revTx" presStyleIdx="3" presStyleCnt="4">
        <dgm:presLayoutVars>
          <dgm:chMax val="1"/>
          <dgm:chPref val="1"/>
        </dgm:presLayoutVars>
      </dgm:prSet>
      <dgm:spPr/>
    </dgm:pt>
  </dgm:ptLst>
  <dgm:cxnLst>
    <dgm:cxn modelId="{6AAC3D02-ED3E-471E-A0FD-4828D1CC65E9}" srcId="{B92CB2DA-C336-4BEF-A868-C7F42983E50A}" destId="{4AD4164F-BF50-470B-B4CA-0B4ED4336BA3}" srcOrd="3" destOrd="0" parTransId="{159AF72B-0025-4F63-B542-607F54C3A86C}" sibTransId="{940374B6-742F-46E6-ABE5-867376F731AD}"/>
    <dgm:cxn modelId="{7EE26027-B575-4A32-A634-2751EB9189B8}" type="presOf" srcId="{4AD4164F-BF50-470B-B4CA-0B4ED4336BA3}" destId="{BB26335F-E18A-4D53-A16F-18CE51297431}" srcOrd="0" destOrd="0" presId="urn:microsoft.com/office/officeart/2018/2/layout/IconLabelList"/>
    <dgm:cxn modelId="{242B3161-5138-4794-A698-6F944E9AC41E}" srcId="{B92CB2DA-C336-4BEF-A868-C7F42983E50A}" destId="{A2A5A853-FC1C-4115-B7C3-744F5BA892F3}" srcOrd="2" destOrd="0" parTransId="{F1538234-59C8-4877-8745-5FF999B84102}" sibTransId="{525C6C87-BA94-4B08-ADE6-2A68C0DB1C7E}"/>
    <dgm:cxn modelId="{D51F47A8-BEEB-4A20-A54A-CCE81D49929D}" type="presOf" srcId="{3BBA360C-F5C0-43C4-8FAF-8632423D7FBC}" destId="{9B617DA1-25D8-4B2B-AC37-D2F0B4C193D4}" srcOrd="0" destOrd="0" presId="urn:microsoft.com/office/officeart/2018/2/layout/IconLabelList"/>
    <dgm:cxn modelId="{04728AA9-5CEC-40B3-9D38-A4D97223830F}" srcId="{B92CB2DA-C336-4BEF-A868-C7F42983E50A}" destId="{3F025D8C-2339-489A-889B-77EB5A10401E}" srcOrd="1" destOrd="0" parTransId="{13303E9C-5B98-4607-BDA0-0FAA9134A603}" sibTransId="{79996CE2-C145-4196-8533-116BC57705CB}"/>
    <dgm:cxn modelId="{D3C130BF-7241-4011-BAA4-47AB04BD03E0}" type="presOf" srcId="{A2A5A853-FC1C-4115-B7C3-744F5BA892F3}" destId="{06130E1D-CA80-45C8-94D7-B097EAEF5D0C}" srcOrd="0" destOrd="0" presId="urn:microsoft.com/office/officeart/2018/2/layout/IconLabelList"/>
    <dgm:cxn modelId="{738D5CC0-A393-42E5-9047-5D0AB47BB2B5}" type="presOf" srcId="{3F025D8C-2339-489A-889B-77EB5A10401E}" destId="{46694381-27F1-45CC-BF1C-5780DFE750C0}" srcOrd="0" destOrd="0" presId="urn:microsoft.com/office/officeart/2018/2/layout/IconLabelList"/>
    <dgm:cxn modelId="{7C3F93F2-7858-44FE-B751-D51D8B1E263F}" type="presOf" srcId="{B92CB2DA-C336-4BEF-A868-C7F42983E50A}" destId="{206A5733-3A06-4C4D-950A-B9B6AF7AF4B1}" srcOrd="0" destOrd="0" presId="urn:microsoft.com/office/officeart/2018/2/layout/IconLabelList"/>
    <dgm:cxn modelId="{9073BBF7-0DBD-4A8A-ABAA-8EB6C0D162CC}" srcId="{B92CB2DA-C336-4BEF-A868-C7F42983E50A}" destId="{3BBA360C-F5C0-43C4-8FAF-8632423D7FBC}" srcOrd="0" destOrd="0" parTransId="{8322EBF9-7B14-49E5-944C-ECDE40E0E606}" sibTransId="{A7A7BF3F-6299-44DD-93B3-AD3D1479F90C}"/>
    <dgm:cxn modelId="{1A608217-FBF0-4808-8710-5A9419ADECF3}" type="presParOf" srcId="{206A5733-3A06-4C4D-950A-B9B6AF7AF4B1}" destId="{FFE17621-10BC-4C3C-A0E9-9D851634BBF9}" srcOrd="0" destOrd="0" presId="urn:microsoft.com/office/officeart/2018/2/layout/IconLabelList"/>
    <dgm:cxn modelId="{B5641B0C-E0A9-4D4D-A30A-898AD8358FA8}" type="presParOf" srcId="{FFE17621-10BC-4C3C-A0E9-9D851634BBF9}" destId="{7E5BF331-1C42-4587-A7AA-2FCD2455C4BB}" srcOrd="0" destOrd="0" presId="urn:microsoft.com/office/officeart/2018/2/layout/IconLabelList"/>
    <dgm:cxn modelId="{66F98E31-FCE3-4F95-8477-8049004E5F5C}" type="presParOf" srcId="{FFE17621-10BC-4C3C-A0E9-9D851634BBF9}" destId="{C1AB157A-8DA2-4E82-974E-AA2E93FE114C}" srcOrd="1" destOrd="0" presId="urn:microsoft.com/office/officeart/2018/2/layout/IconLabelList"/>
    <dgm:cxn modelId="{5C90B6B4-B881-4F87-B23E-BBC0ABB1E8AF}" type="presParOf" srcId="{FFE17621-10BC-4C3C-A0E9-9D851634BBF9}" destId="{9B617DA1-25D8-4B2B-AC37-D2F0B4C193D4}" srcOrd="2" destOrd="0" presId="urn:microsoft.com/office/officeart/2018/2/layout/IconLabelList"/>
    <dgm:cxn modelId="{3D4A07D4-9B76-41ED-98DA-D67EF28B1830}" type="presParOf" srcId="{206A5733-3A06-4C4D-950A-B9B6AF7AF4B1}" destId="{FEBDDF65-2901-470E-B31D-048385A3A049}" srcOrd="1" destOrd="0" presId="urn:microsoft.com/office/officeart/2018/2/layout/IconLabelList"/>
    <dgm:cxn modelId="{C22D9FF5-5284-49F0-AA46-AA2E28D1FDCE}" type="presParOf" srcId="{206A5733-3A06-4C4D-950A-B9B6AF7AF4B1}" destId="{DF8A0E07-5545-4210-BD83-4FAACC24DE86}" srcOrd="2" destOrd="0" presId="urn:microsoft.com/office/officeart/2018/2/layout/IconLabelList"/>
    <dgm:cxn modelId="{58264772-F324-4FB9-9CEE-E8F9827731ED}" type="presParOf" srcId="{DF8A0E07-5545-4210-BD83-4FAACC24DE86}" destId="{D3045B9E-E05A-4330-8D17-07BC3EC2A54A}" srcOrd="0" destOrd="0" presId="urn:microsoft.com/office/officeart/2018/2/layout/IconLabelList"/>
    <dgm:cxn modelId="{AA1A6AF0-D37F-4615-B464-E0B478817037}" type="presParOf" srcId="{DF8A0E07-5545-4210-BD83-4FAACC24DE86}" destId="{8CA47B05-64FA-48F6-A101-A4AE854C69EF}" srcOrd="1" destOrd="0" presId="urn:microsoft.com/office/officeart/2018/2/layout/IconLabelList"/>
    <dgm:cxn modelId="{8A246B74-5521-43FD-A511-BF80D58AE4D7}" type="presParOf" srcId="{DF8A0E07-5545-4210-BD83-4FAACC24DE86}" destId="{46694381-27F1-45CC-BF1C-5780DFE750C0}" srcOrd="2" destOrd="0" presId="urn:microsoft.com/office/officeart/2018/2/layout/IconLabelList"/>
    <dgm:cxn modelId="{93DF0E6A-0286-4FCF-84C9-04B89CD06461}" type="presParOf" srcId="{206A5733-3A06-4C4D-950A-B9B6AF7AF4B1}" destId="{2549A00D-F38E-445E-B55C-9F5C813AB4A4}" srcOrd="3" destOrd="0" presId="urn:microsoft.com/office/officeart/2018/2/layout/IconLabelList"/>
    <dgm:cxn modelId="{7C01B05A-8963-497D-8144-5DFDE96AB34E}" type="presParOf" srcId="{206A5733-3A06-4C4D-950A-B9B6AF7AF4B1}" destId="{E3CDAE11-0126-4388-BB79-D26FB7A507B7}" srcOrd="4" destOrd="0" presId="urn:microsoft.com/office/officeart/2018/2/layout/IconLabelList"/>
    <dgm:cxn modelId="{2E6D048A-4A37-482C-8739-726B4B6B20D2}" type="presParOf" srcId="{E3CDAE11-0126-4388-BB79-D26FB7A507B7}" destId="{A01D7ACE-1A6E-40F0-9F21-F97EDB9AE5ED}" srcOrd="0" destOrd="0" presId="urn:microsoft.com/office/officeart/2018/2/layout/IconLabelList"/>
    <dgm:cxn modelId="{217C406E-C732-4A7B-9440-24B9B7C19215}" type="presParOf" srcId="{E3CDAE11-0126-4388-BB79-D26FB7A507B7}" destId="{7A04CD61-6FC4-4F1E-B65A-E4136F29E2EC}" srcOrd="1" destOrd="0" presId="urn:microsoft.com/office/officeart/2018/2/layout/IconLabelList"/>
    <dgm:cxn modelId="{4402BEF5-51C4-4E0B-8BCE-1519B828EB95}" type="presParOf" srcId="{E3CDAE11-0126-4388-BB79-D26FB7A507B7}" destId="{06130E1D-CA80-45C8-94D7-B097EAEF5D0C}" srcOrd="2" destOrd="0" presId="urn:microsoft.com/office/officeart/2018/2/layout/IconLabelList"/>
    <dgm:cxn modelId="{3C1843CF-92C1-4BBD-ACC4-4A70219CD70E}" type="presParOf" srcId="{206A5733-3A06-4C4D-950A-B9B6AF7AF4B1}" destId="{EDE74D37-2019-4508-8F13-41DF759FF3E6}" srcOrd="5" destOrd="0" presId="urn:microsoft.com/office/officeart/2018/2/layout/IconLabelList"/>
    <dgm:cxn modelId="{F776CC61-67AB-428A-B0DE-36A852B16439}" type="presParOf" srcId="{206A5733-3A06-4C4D-950A-B9B6AF7AF4B1}" destId="{6DBB7D38-5678-470D-8963-C030AF7CF63C}" srcOrd="6" destOrd="0" presId="urn:microsoft.com/office/officeart/2018/2/layout/IconLabelList"/>
    <dgm:cxn modelId="{FFAF618B-56DD-4E4E-9970-023E54944E95}" type="presParOf" srcId="{6DBB7D38-5678-470D-8963-C030AF7CF63C}" destId="{E3EE93CF-EC95-46DD-883B-A9DA076D0D2A}" srcOrd="0" destOrd="0" presId="urn:microsoft.com/office/officeart/2018/2/layout/IconLabelList"/>
    <dgm:cxn modelId="{58C9A3AB-5F11-4747-B8C8-B75C50A68922}" type="presParOf" srcId="{6DBB7D38-5678-470D-8963-C030AF7CF63C}" destId="{BB640710-3248-49EF-A083-80A066399030}" srcOrd="1" destOrd="0" presId="urn:microsoft.com/office/officeart/2018/2/layout/IconLabelList"/>
    <dgm:cxn modelId="{B0882AEA-C7D7-4494-8561-DFFCFF10E365}" type="presParOf" srcId="{6DBB7D38-5678-470D-8963-C030AF7CF63C}" destId="{BB26335F-E18A-4D53-A16F-18CE5129743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11ED38-4B4F-4B2E-81F2-330370E3BA8D}">
      <dsp:nvSpPr>
        <dsp:cNvPr id="0" name=""/>
        <dsp:cNvSpPr/>
      </dsp:nvSpPr>
      <dsp:spPr>
        <a:xfrm>
          <a:off x="520435"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DE7123-FB8F-4DFB-8057-4738277D3598}">
      <dsp:nvSpPr>
        <dsp:cNvPr id="0" name=""/>
        <dsp:cNvSpPr/>
      </dsp:nvSpPr>
      <dsp:spPr>
        <a:xfrm>
          <a:off x="25435"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A neural network is a collection of interconnected neurons organized in layers.</a:t>
          </a:r>
        </a:p>
      </dsp:txBody>
      <dsp:txXfrm>
        <a:off x="25435" y="2276522"/>
        <a:ext cx="1800000" cy="720000"/>
      </dsp:txXfrm>
    </dsp:sp>
    <dsp:sp modelId="{6356921E-974C-4F43-B8DD-4300FC4C9177}">
      <dsp:nvSpPr>
        <dsp:cNvPr id="0" name=""/>
        <dsp:cNvSpPr/>
      </dsp:nvSpPr>
      <dsp:spPr>
        <a:xfrm>
          <a:off x="2635435"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332A7A-29FE-4DD5-8FBF-704EA9F3E519}">
      <dsp:nvSpPr>
        <dsp:cNvPr id="0" name=""/>
        <dsp:cNvSpPr/>
      </dsp:nvSpPr>
      <dsp:spPr>
        <a:xfrm>
          <a:off x="2140435"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It learns patterns by adjusting weights based on training data.</a:t>
          </a:r>
        </a:p>
      </dsp:txBody>
      <dsp:txXfrm>
        <a:off x="2140435" y="2276522"/>
        <a:ext cx="1800000" cy="720000"/>
      </dsp:txXfrm>
    </dsp:sp>
    <dsp:sp modelId="{C37966AB-012F-4D97-B824-81A53BB8DCD8}">
      <dsp:nvSpPr>
        <dsp:cNvPr id="0" name=""/>
        <dsp:cNvSpPr/>
      </dsp:nvSpPr>
      <dsp:spPr>
        <a:xfrm>
          <a:off x="4750435"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9714A1-868C-4A9A-B6BE-CD69A93736AD}">
      <dsp:nvSpPr>
        <dsp:cNvPr id="0" name=""/>
        <dsp:cNvSpPr/>
      </dsp:nvSpPr>
      <dsp:spPr>
        <a:xfrm>
          <a:off x="4255435"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Used for image recognition, language understanding, recommendation systems, and prediction tasks.</a:t>
          </a:r>
        </a:p>
      </dsp:txBody>
      <dsp:txXfrm>
        <a:off x="4255435" y="2276522"/>
        <a:ext cx="1800000" cy="720000"/>
      </dsp:txXfrm>
    </dsp:sp>
    <dsp:sp modelId="{4B38730D-922B-458E-84E7-ECD0A92B3228}">
      <dsp:nvSpPr>
        <dsp:cNvPr id="0" name=""/>
        <dsp:cNvSpPr/>
      </dsp:nvSpPr>
      <dsp:spPr>
        <a:xfrm>
          <a:off x="6865435" y="1196282"/>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F5007C-78FC-4A73-9691-8053B82A0020}">
      <dsp:nvSpPr>
        <dsp:cNvPr id="0" name=""/>
        <dsp:cNvSpPr/>
      </dsp:nvSpPr>
      <dsp:spPr>
        <a:xfrm>
          <a:off x="6370435" y="227652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(Diagram placeholder: Input → Hidden Layers → Output)</a:t>
          </a:r>
        </a:p>
      </dsp:txBody>
      <dsp:txXfrm>
        <a:off x="6370435" y="2276522"/>
        <a:ext cx="18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5CA2AB-8A6A-4966-A964-7070012CB0DD}">
      <dsp:nvSpPr>
        <dsp:cNvPr id="0" name=""/>
        <dsp:cNvSpPr/>
      </dsp:nvSpPr>
      <dsp:spPr>
        <a:xfrm>
          <a:off x="18535" y="659889"/>
          <a:ext cx="1080124" cy="108012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0D5A3E-B20F-4CC4-941C-6B16E44D0689}">
      <dsp:nvSpPr>
        <dsp:cNvPr id="0" name=""/>
        <dsp:cNvSpPr/>
      </dsp:nvSpPr>
      <dsp:spPr>
        <a:xfrm>
          <a:off x="245361" y="886715"/>
          <a:ext cx="626472" cy="6264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CA18BC2-388E-4C72-8164-5241C5B97708}">
      <dsp:nvSpPr>
        <dsp:cNvPr id="0" name=""/>
        <dsp:cNvSpPr/>
      </dsp:nvSpPr>
      <dsp:spPr>
        <a:xfrm>
          <a:off x="1330115" y="659889"/>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 Input layer: Receives raw features (e.g., pixels, numbers, word embeddings) from the dataset.</a:t>
          </a:r>
        </a:p>
      </dsp:txBody>
      <dsp:txXfrm>
        <a:off x="1330115" y="659889"/>
        <a:ext cx="2546008" cy="1080124"/>
      </dsp:txXfrm>
    </dsp:sp>
    <dsp:sp modelId="{029234FB-6C4D-4DDD-AAAB-E3B369C23647}">
      <dsp:nvSpPr>
        <dsp:cNvPr id="0" name=""/>
        <dsp:cNvSpPr/>
      </dsp:nvSpPr>
      <dsp:spPr>
        <a:xfrm>
          <a:off x="4319746" y="659889"/>
          <a:ext cx="1080124" cy="108012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415278-CA05-499F-8CD3-64DA892DB42B}">
      <dsp:nvSpPr>
        <dsp:cNvPr id="0" name=""/>
        <dsp:cNvSpPr/>
      </dsp:nvSpPr>
      <dsp:spPr>
        <a:xfrm>
          <a:off x="4546573" y="886715"/>
          <a:ext cx="626472" cy="6264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A8397B-1394-42FA-BA0F-F57CF74B5460}">
      <dsp:nvSpPr>
        <dsp:cNvPr id="0" name=""/>
        <dsp:cNvSpPr/>
      </dsp:nvSpPr>
      <dsp:spPr>
        <a:xfrm>
          <a:off x="5631327" y="659889"/>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 Hidden layers: Transform and combine features to learn increasingly abstract patterns.</a:t>
          </a:r>
        </a:p>
      </dsp:txBody>
      <dsp:txXfrm>
        <a:off x="5631327" y="659889"/>
        <a:ext cx="2546008" cy="1080124"/>
      </dsp:txXfrm>
    </dsp:sp>
    <dsp:sp modelId="{9F71484E-F725-4BD5-8317-11EDD0F74290}">
      <dsp:nvSpPr>
        <dsp:cNvPr id="0" name=""/>
        <dsp:cNvSpPr/>
      </dsp:nvSpPr>
      <dsp:spPr>
        <a:xfrm>
          <a:off x="18535" y="2452790"/>
          <a:ext cx="1080124" cy="108012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BCA899-91CB-4EFE-BDD4-536289DAB427}">
      <dsp:nvSpPr>
        <dsp:cNvPr id="0" name=""/>
        <dsp:cNvSpPr/>
      </dsp:nvSpPr>
      <dsp:spPr>
        <a:xfrm>
          <a:off x="245361" y="2679617"/>
          <a:ext cx="626472" cy="6264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666079B-A5C2-4889-A7DA-1EA8BB00DDC1}">
      <dsp:nvSpPr>
        <dsp:cNvPr id="0" name=""/>
        <dsp:cNvSpPr/>
      </dsp:nvSpPr>
      <dsp:spPr>
        <a:xfrm>
          <a:off x="1330115" y="2452790"/>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 Output layer: Produces the final prediction, such as a class label or probability.</a:t>
          </a:r>
        </a:p>
      </dsp:txBody>
      <dsp:txXfrm>
        <a:off x="1330115" y="2452790"/>
        <a:ext cx="2546008" cy="1080124"/>
      </dsp:txXfrm>
    </dsp:sp>
    <dsp:sp modelId="{82A35CD6-B4A2-49DB-9BC2-93595E3601FC}">
      <dsp:nvSpPr>
        <dsp:cNvPr id="0" name=""/>
        <dsp:cNvSpPr/>
      </dsp:nvSpPr>
      <dsp:spPr>
        <a:xfrm>
          <a:off x="4319746" y="2452790"/>
          <a:ext cx="1080124" cy="108012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445EDD-0005-4ADA-874A-6A26D554394B}">
      <dsp:nvSpPr>
        <dsp:cNvPr id="0" name=""/>
        <dsp:cNvSpPr/>
      </dsp:nvSpPr>
      <dsp:spPr>
        <a:xfrm>
          <a:off x="4546573" y="2679617"/>
          <a:ext cx="626472" cy="6264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56057D-B997-468F-A4FC-FCE0EB14A3EB}">
      <dsp:nvSpPr>
        <dsp:cNvPr id="0" name=""/>
        <dsp:cNvSpPr/>
      </dsp:nvSpPr>
      <dsp:spPr>
        <a:xfrm>
          <a:off x="5631327" y="2452790"/>
          <a:ext cx="2546008" cy="1080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 Deeper networks with more hidden layers can model more complex relationships.</a:t>
          </a:r>
        </a:p>
      </dsp:txBody>
      <dsp:txXfrm>
        <a:off x="5631327" y="2452790"/>
        <a:ext cx="2546008" cy="10801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15DED-0AB0-4B61-A515-6B45A201BD19}">
      <dsp:nvSpPr>
        <dsp:cNvPr id="0" name=""/>
        <dsp:cNvSpPr/>
      </dsp:nvSpPr>
      <dsp:spPr>
        <a:xfrm>
          <a:off x="518185" y="768902"/>
          <a:ext cx="1475437" cy="147543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645677-2BAB-4FA5-9ECE-92D56BE8E8EC}">
      <dsp:nvSpPr>
        <dsp:cNvPr id="0" name=""/>
        <dsp:cNvSpPr/>
      </dsp:nvSpPr>
      <dsp:spPr>
        <a:xfrm>
          <a:off x="832623" y="1083340"/>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58A6CB-FF85-403E-8D21-1D05AC6083EF}">
      <dsp:nvSpPr>
        <dsp:cNvPr id="0" name=""/>
        <dsp:cNvSpPr/>
      </dsp:nvSpPr>
      <dsp:spPr>
        <a:xfrm>
          <a:off x="46529"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 Each neuron takes multiple inputs, multiplies them by weights, adds a bias, and produces an output.</a:t>
          </a:r>
        </a:p>
      </dsp:txBody>
      <dsp:txXfrm>
        <a:off x="46529" y="2703902"/>
        <a:ext cx="2418750" cy="720000"/>
      </dsp:txXfrm>
    </dsp:sp>
    <dsp:sp modelId="{A7A1F644-BC8B-4057-9FF2-856AEAB8191B}">
      <dsp:nvSpPr>
        <dsp:cNvPr id="0" name=""/>
        <dsp:cNvSpPr/>
      </dsp:nvSpPr>
      <dsp:spPr>
        <a:xfrm>
          <a:off x="3360216" y="768902"/>
          <a:ext cx="1475437" cy="147543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4D4AF6-1691-46B9-8DFD-86C5929CA3CB}">
      <dsp:nvSpPr>
        <dsp:cNvPr id="0" name=""/>
        <dsp:cNvSpPr/>
      </dsp:nvSpPr>
      <dsp:spPr>
        <a:xfrm>
          <a:off x="3674654" y="1083340"/>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8C98BF-101E-4DD5-A8A7-205F1A9DD433}">
      <dsp:nvSpPr>
        <dsp:cNvPr id="0" name=""/>
        <dsp:cNvSpPr/>
      </dsp:nvSpPr>
      <dsp:spPr>
        <a:xfrm>
          <a:off x="2888560"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 Mathematically: output = activation(Σ(wᵢ·xᵢ) + b).</a:t>
          </a:r>
        </a:p>
      </dsp:txBody>
      <dsp:txXfrm>
        <a:off x="2888560" y="2703902"/>
        <a:ext cx="2418750" cy="720000"/>
      </dsp:txXfrm>
    </dsp:sp>
    <dsp:sp modelId="{210F7B80-DEAF-4B83-9C86-CA7DA40D2DB6}">
      <dsp:nvSpPr>
        <dsp:cNvPr id="0" name=""/>
        <dsp:cNvSpPr/>
      </dsp:nvSpPr>
      <dsp:spPr>
        <a:xfrm>
          <a:off x="6202248" y="768902"/>
          <a:ext cx="1475437" cy="1475437"/>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D775B5-803E-4D47-8D77-1DDEF05865A5}">
      <dsp:nvSpPr>
        <dsp:cNvPr id="0" name=""/>
        <dsp:cNvSpPr/>
      </dsp:nvSpPr>
      <dsp:spPr>
        <a:xfrm>
          <a:off x="6516685" y="1083340"/>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E51F6A-F9AB-4879-A983-B6B37A5B811C}">
      <dsp:nvSpPr>
        <dsp:cNvPr id="0" name=""/>
        <dsp:cNvSpPr/>
      </dsp:nvSpPr>
      <dsp:spPr>
        <a:xfrm>
          <a:off x="5730591" y="2703902"/>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 Neurons are the basic computation units that collectively learn representations of the data.</a:t>
          </a:r>
        </a:p>
      </dsp:txBody>
      <dsp:txXfrm>
        <a:off x="5730591" y="2703902"/>
        <a:ext cx="24187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1FC5C6-9C60-4D2B-8AE5-4A495166E2A6}">
      <dsp:nvSpPr>
        <dsp:cNvPr id="0" name=""/>
        <dsp:cNvSpPr/>
      </dsp:nvSpPr>
      <dsp:spPr>
        <a:xfrm>
          <a:off x="0" y="83282"/>
          <a:ext cx="8195871" cy="95471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Weights control how strongly each input influences a neuron’s output.</a:t>
          </a:r>
        </a:p>
      </dsp:txBody>
      <dsp:txXfrm>
        <a:off x="46606" y="129888"/>
        <a:ext cx="8102659" cy="861507"/>
      </dsp:txXfrm>
    </dsp:sp>
    <dsp:sp modelId="{AB39EA96-09AA-4AFA-9D3B-7B45BC1E71B6}">
      <dsp:nvSpPr>
        <dsp:cNvPr id="0" name=""/>
        <dsp:cNvSpPr/>
      </dsp:nvSpPr>
      <dsp:spPr>
        <a:xfrm>
          <a:off x="0" y="1107122"/>
          <a:ext cx="8195871" cy="954719"/>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During training, the network adjusts weights to reduce prediction error on the training data.</a:t>
          </a:r>
        </a:p>
      </dsp:txBody>
      <dsp:txXfrm>
        <a:off x="46606" y="1153728"/>
        <a:ext cx="8102659" cy="861507"/>
      </dsp:txXfrm>
    </dsp:sp>
    <dsp:sp modelId="{CED75058-5224-4A00-9BBB-2A00E62B350C}">
      <dsp:nvSpPr>
        <dsp:cNvPr id="0" name=""/>
        <dsp:cNvSpPr/>
      </dsp:nvSpPr>
      <dsp:spPr>
        <a:xfrm>
          <a:off x="0" y="2130962"/>
          <a:ext cx="8195871" cy="954719"/>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Large positive or negative weights indicate strong influence; weights near zero contribute little.</a:t>
          </a:r>
        </a:p>
      </dsp:txBody>
      <dsp:txXfrm>
        <a:off x="46606" y="2177568"/>
        <a:ext cx="8102659" cy="861507"/>
      </dsp:txXfrm>
    </dsp:sp>
    <dsp:sp modelId="{6EA6FC37-71FA-4591-B950-DC1264C44274}">
      <dsp:nvSpPr>
        <dsp:cNvPr id="0" name=""/>
        <dsp:cNvSpPr/>
      </dsp:nvSpPr>
      <dsp:spPr>
        <a:xfrm>
          <a:off x="0" y="3154802"/>
          <a:ext cx="8195871" cy="95471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 The set of all weights is what the model 'learns.'</a:t>
          </a:r>
        </a:p>
      </dsp:txBody>
      <dsp:txXfrm>
        <a:off x="46606" y="3201408"/>
        <a:ext cx="8102659" cy="8615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724F4A-5457-4DD1-B8EF-58D9B0AA74DF}">
      <dsp:nvSpPr>
        <dsp:cNvPr id="0" name=""/>
        <dsp:cNvSpPr/>
      </dsp:nvSpPr>
      <dsp:spPr>
        <a:xfrm>
          <a:off x="827085" y="211"/>
          <a:ext cx="965039" cy="96503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C2DC7-4DEF-45FB-8D4D-AFFC6F5630B7}">
      <dsp:nvSpPr>
        <dsp:cNvPr id="0" name=""/>
        <dsp:cNvSpPr/>
      </dsp:nvSpPr>
      <dsp:spPr>
        <a:xfrm>
          <a:off x="1032749" y="205875"/>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8E0C67-1F52-4C27-B32F-4CFD0641658E}">
      <dsp:nvSpPr>
        <dsp:cNvPr id="0" name=""/>
        <dsp:cNvSpPr/>
      </dsp:nvSpPr>
      <dsp:spPr>
        <a:xfrm>
          <a:off x="51858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Introduce non-linearity, allowing the network to learn complex, non-linear relationships.</a:t>
          </a:r>
        </a:p>
      </dsp:txBody>
      <dsp:txXfrm>
        <a:off x="518589" y="1265836"/>
        <a:ext cx="1582031" cy="632812"/>
      </dsp:txXfrm>
    </dsp:sp>
    <dsp:sp modelId="{14E5196D-6A42-4BF1-8276-596E649C923E}">
      <dsp:nvSpPr>
        <dsp:cNvPr id="0" name=""/>
        <dsp:cNvSpPr/>
      </dsp:nvSpPr>
      <dsp:spPr>
        <a:xfrm>
          <a:off x="2685972" y="211"/>
          <a:ext cx="965039" cy="96503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0729D-2938-428F-B940-8BEF485091BB}">
      <dsp:nvSpPr>
        <dsp:cNvPr id="0" name=""/>
        <dsp:cNvSpPr/>
      </dsp:nvSpPr>
      <dsp:spPr>
        <a:xfrm>
          <a:off x="2891636" y="205875"/>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AD7472-5343-429E-B81D-6D72A65E53D9}">
      <dsp:nvSpPr>
        <dsp:cNvPr id="0" name=""/>
        <dsp:cNvSpPr/>
      </dsp:nvSpPr>
      <dsp:spPr>
        <a:xfrm>
          <a:off x="2377476"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ReLU: max(0, x) – widely used in hidden layers.</a:t>
          </a:r>
        </a:p>
      </dsp:txBody>
      <dsp:txXfrm>
        <a:off x="2377476" y="1265836"/>
        <a:ext cx="1582031" cy="632812"/>
      </dsp:txXfrm>
    </dsp:sp>
    <dsp:sp modelId="{01D3BCD1-D297-40BA-BAB4-8D278BBBE2BA}">
      <dsp:nvSpPr>
        <dsp:cNvPr id="0" name=""/>
        <dsp:cNvSpPr/>
      </dsp:nvSpPr>
      <dsp:spPr>
        <a:xfrm>
          <a:off x="4544859" y="211"/>
          <a:ext cx="965039" cy="96503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88870E-FE88-40CF-9605-8C7A10D698EE}">
      <dsp:nvSpPr>
        <dsp:cNvPr id="0" name=""/>
        <dsp:cNvSpPr/>
      </dsp:nvSpPr>
      <dsp:spPr>
        <a:xfrm>
          <a:off x="4750523" y="205875"/>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FCFBA9-AD81-4731-B39C-16215E4392F6}">
      <dsp:nvSpPr>
        <dsp:cNvPr id="0" name=""/>
        <dsp:cNvSpPr/>
      </dsp:nvSpPr>
      <dsp:spPr>
        <a:xfrm>
          <a:off x="4236363"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Sigmoid: squashes values to (0, 1), useful for probabilities.</a:t>
          </a:r>
        </a:p>
      </dsp:txBody>
      <dsp:txXfrm>
        <a:off x="4236363" y="1265836"/>
        <a:ext cx="1582031" cy="632812"/>
      </dsp:txXfrm>
    </dsp:sp>
    <dsp:sp modelId="{B46A3B20-E3CE-418F-BB16-C2A2B7D65AFF}">
      <dsp:nvSpPr>
        <dsp:cNvPr id="0" name=""/>
        <dsp:cNvSpPr/>
      </dsp:nvSpPr>
      <dsp:spPr>
        <a:xfrm>
          <a:off x="6403746" y="211"/>
          <a:ext cx="965039" cy="96503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FC0DA0-40CB-483F-ADEE-B9255DFA3634}">
      <dsp:nvSpPr>
        <dsp:cNvPr id="0" name=""/>
        <dsp:cNvSpPr/>
      </dsp:nvSpPr>
      <dsp:spPr>
        <a:xfrm>
          <a:off x="6609410" y="205875"/>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E655B98-63D6-468E-AB85-9AF9E6E765A7}">
      <dsp:nvSpPr>
        <dsp:cNvPr id="0" name=""/>
        <dsp:cNvSpPr/>
      </dsp:nvSpPr>
      <dsp:spPr>
        <a:xfrm>
          <a:off x="609524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Tanh: outputs between (−1, 1), sometimes used in recurrent networks.</a:t>
          </a:r>
        </a:p>
      </dsp:txBody>
      <dsp:txXfrm>
        <a:off x="6095249" y="1265836"/>
        <a:ext cx="1582031" cy="632812"/>
      </dsp:txXfrm>
    </dsp:sp>
    <dsp:sp modelId="{38F31734-3808-4DCE-A6B2-5DD134636225}">
      <dsp:nvSpPr>
        <dsp:cNvPr id="0" name=""/>
        <dsp:cNvSpPr/>
      </dsp:nvSpPr>
      <dsp:spPr>
        <a:xfrm>
          <a:off x="3615415" y="2294156"/>
          <a:ext cx="965039" cy="965039"/>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D164AB-083D-47DC-B22A-F853D34C2D62}">
      <dsp:nvSpPr>
        <dsp:cNvPr id="0" name=""/>
        <dsp:cNvSpPr/>
      </dsp:nvSpPr>
      <dsp:spPr>
        <a:xfrm>
          <a:off x="3821080" y="2499820"/>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3F8AD74-B892-4E38-B866-0C9F630A8FC7}">
      <dsp:nvSpPr>
        <dsp:cNvPr id="0" name=""/>
        <dsp:cNvSpPr/>
      </dsp:nvSpPr>
      <dsp:spPr>
        <a:xfrm>
          <a:off x="3306919"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Without activation functions, a neural network behaves like a simple linear model.</a:t>
          </a:r>
        </a:p>
      </dsp:txBody>
      <dsp:txXfrm>
        <a:off x="3306919" y="3559781"/>
        <a:ext cx="1582031" cy="6328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EA5D55-83B6-4200-85B2-23C950F297A8}">
      <dsp:nvSpPr>
        <dsp:cNvPr id="0" name=""/>
        <dsp:cNvSpPr/>
      </dsp:nvSpPr>
      <dsp:spPr>
        <a:xfrm>
          <a:off x="0" y="431616"/>
          <a:ext cx="2561209" cy="153672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Measures how far the network’s predictions are from the true labels.</a:t>
          </a:r>
        </a:p>
      </dsp:txBody>
      <dsp:txXfrm>
        <a:off x="0" y="431616"/>
        <a:ext cx="2561209" cy="1536725"/>
      </dsp:txXfrm>
    </dsp:sp>
    <dsp:sp modelId="{B66A0173-1B9B-4228-B5FF-E0077C2AFFAE}">
      <dsp:nvSpPr>
        <dsp:cNvPr id="0" name=""/>
        <dsp:cNvSpPr/>
      </dsp:nvSpPr>
      <dsp:spPr>
        <a:xfrm>
          <a:off x="2817330" y="431616"/>
          <a:ext cx="2561209" cy="1536725"/>
        </a:xfrm>
        <a:prstGeom prst="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Guides learning by providing a single scalar 'error' value to minimize.</a:t>
          </a:r>
        </a:p>
      </dsp:txBody>
      <dsp:txXfrm>
        <a:off x="2817330" y="431616"/>
        <a:ext cx="2561209" cy="1536725"/>
      </dsp:txXfrm>
    </dsp:sp>
    <dsp:sp modelId="{D752EB26-12B5-41FE-8240-3B1DE8935E6D}">
      <dsp:nvSpPr>
        <dsp:cNvPr id="0" name=""/>
        <dsp:cNvSpPr/>
      </dsp:nvSpPr>
      <dsp:spPr>
        <a:xfrm>
          <a:off x="5634661" y="431616"/>
          <a:ext cx="2561209" cy="1536725"/>
        </a:xfrm>
        <a:prstGeom prst="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Mean Squared Error (MSE): common for regression problems.</a:t>
          </a:r>
        </a:p>
      </dsp:txBody>
      <dsp:txXfrm>
        <a:off x="5634661" y="431616"/>
        <a:ext cx="2561209" cy="1536725"/>
      </dsp:txXfrm>
    </dsp:sp>
    <dsp:sp modelId="{C992A79F-1B05-479D-B669-695AEED41750}">
      <dsp:nvSpPr>
        <dsp:cNvPr id="0" name=""/>
        <dsp:cNvSpPr/>
      </dsp:nvSpPr>
      <dsp:spPr>
        <a:xfrm>
          <a:off x="1408665" y="2224462"/>
          <a:ext cx="2561209" cy="1536725"/>
        </a:xfrm>
        <a:prstGeom prst="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Cross-Entropy Loss: common for classification problems.</a:t>
          </a:r>
        </a:p>
      </dsp:txBody>
      <dsp:txXfrm>
        <a:off x="1408665" y="2224462"/>
        <a:ext cx="2561209" cy="1536725"/>
      </dsp:txXfrm>
    </dsp:sp>
    <dsp:sp modelId="{F011DD4A-51D5-4CAC-8D40-B643F92ED6B8}">
      <dsp:nvSpPr>
        <dsp:cNvPr id="0" name=""/>
        <dsp:cNvSpPr/>
      </dsp:nvSpPr>
      <dsp:spPr>
        <a:xfrm>
          <a:off x="4225995" y="2224462"/>
          <a:ext cx="2561209" cy="1536725"/>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 Lower loss indicates better alignment between predictions and actual outcomes.</a:t>
          </a:r>
        </a:p>
      </dsp:txBody>
      <dsp:txXfrm>
        <a:off x="4225995" y="2224462"/>
        <a:ext cx="2561209" cy="153672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427D51-BEF5-43C3-84B4-78398B99CB6B}">
      <dsp:nvSpPr>
        <dsp:cNvPr id="0" name=""/>
        <dsp:cNvSpPr/>
      </dsp:nvSpPr>
      <dsp:spPr>
        <a:xfrm>
          <a:off x="827085" y="211"/>
          <a:ext cx="965039" cy="96503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E8463D-E8A3-4C51-B52D-BC8ABF0B9226}">
      <dsp:nvSpPr>
        <dsp:cNvPr id="0" name=""/>
        <dsp:cNvSpPr/>
      </dsp:nvSpPr>
      <dsp:spPr>
        <a:xfrm>
          <a:off x="1032749" y="205875"/>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44BE3EA-BE69-4BBB-85AD-0277E7F8C529}">
      <dsp:nvSpPr>
        <dsp:cNvPr id="0" name=""/>
        <dsp:cNvSpPr/>
      </dsp:nvSpPr>
      <dsp:spPr>
        <a:xfrm>
          <a:off x="51858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Use gradients of the loss function to update weights and biases.</a:t>
          </a:r>
        </a:p>
      </dsp:txBody>
      <dsp:txXfrm>
        <a:off x="518589" y="1265836"/>
        <a:ext cx="1582031" cy="632812"/>
      </dsp:txXfrm>
    </dsp:sp>
    <dsp:sp modelId="{3F16581C-3063-458B-9CC3-04B626B669A2}">
      <dsp:nvSpPr>
        <dsp:cNvPr id="0" name=""/>
        <dsp:cNvSpPr/>
      </dsp:nvSpPr>
      <dsp:spPr>
        <a:xfrm>
          <a:off x="2685972" y="211"/>
          <a:ext cx="965039" cy="96503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04D19B-08AF-45F5-96BD-8D14BBEA42A7}">
      <dsp:nvSpPr>
        <dsp:cNvPr id="0" name=""/>
        <dsp:cNvSpPr/>
      </dsp:nvSpPr>
      <dsp:spPr>
        <a:xfrm>
          <a:off x="2891636" y="205875"/>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27C28F9-8301-4569-A50E-B2B72996A89B}">
      <dsp:nvSpPr>
        <dsp:cNvPr id="0" name=""/>
        <dsp:cNvSpPr/>
      </dsp:nvSpPr>
      <dsp:spPr>
        <a:xfrm>
          <a:off x="2377476"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Gradient Descent: moves weights in the direction that reduces loss.</a:t>
          </a:r>
        </a:p>
      </dsp:txBody>
      <dsp:txXfrm>
        <a:off x="2377476" y="1265836"/>
        <a:ext cx="1582031" cy="632812"/>
      </dsp:txXfrm>
    </dsp:sp>
    <dsp:sp modelId="{3E8159D4-B0E2-439F-B14C-5F3DFBA39B7D}">
      <dsp:nvSpPr>
        <dsp:cNvPr id="0" name=""/>
        <dsp:cNvSpPr/>
      </dsp:nvSpPr>
      <dsp:spPr>
        <a:xfrm>
          <a:off x="4544859" y="211"/>
          <a:ext cx="965039" cy="96503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9885D4-C9DD-4EF6-8B2E-D1843F48CFB4}">
      <dsp:nvSpPr>
        <dsp:cNvPr id="0" name=""/>
        <dsp:cNvSpPr/>
      </dsp:nvSpPr>
      <dsp:spPr>
        <a:xfrm>
          <a:off x="4750523" y="205875"/>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180DC7-9F39-4D94-8759-556344080AFE}">
      <dsp:nvSpPr>
        <dsp:cNvPr id="0" name=""/>
        <dsp:cNvSpPr/>
      </dsp:nvSpPr>
      <dsp:spPr>
        <a:xfrm>
          <a:off x="4236363"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Stochastic/Mini-batch Gradient Descent: updates using small batches for efficiency.</a:t>
          </a:r>
        </a:p>
      </dsp:txBody>
      <dsp:txXfrm>
        <a:off x="4236363" y="1265836"/>
        <a:ext cx="1582031" cy="632812"/>
      </dsp:txXfrm>
    </dsp:sp>
    <dsp:sp modelId="{2BD0F986-13D8-4EB7-A2E5-E59BB0F269E3}">
      <dsp:nvSpPr>
        <dsp:cNvPr id="0" name=""/>
        <dsp:cNvSpPr/>
      </dsp:nvSpPr>
      <dsp:spPr>
        <a:xfrm>
          <a:off x="6403746" y="211"/>
          <a:ext cx="965039" cy="96503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500D40-72C5-4795-9C90-972FC51E7A87}">
      <dsp:nvSpPr>
        <dsp:cNvPr id="0" name=""/>
        <dsp:cNvSpPr/>
      </dsp:nvSpPr>
      <dsp:spPr>
        <a:xfrm>
          <a:off x="6609410" y="205875"/>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7086EF-7A3F-4D6C-B53F-E2405BCB6E86}">
      <dsp:nvSpPr>
        <dsp:cNvPr id="0" name=""/>
        <dsp:cNvSpPr/>
      </dsp:nvSpPr>
      <dsp:spPr>
        <a:xfrm>
          <a:off x="609524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Adam and adaptive optimizers adjust learning rates for faster, stable training.</a:t>
          </a:r>
        </a:p>
      </dsp:txBody>
      <dsp:txXfrm>
        <a:off x="6095249" y="1265836"/>
        <a:ext cx="1582031" cy="632812"/>
      </dsp:txXfrm>
    </dsp:sp>
    <dsp:sp modelId="{98DF43B8-2831-4977-BADB-EDFDA05B9088}">
      <dsp:nvSpPr>
        <dsp:cNvPr id="0" name=""/>
        <dsp:cNvSpPr/>
      </dsp:nvSpPr>
      <dsp:spPr>
        <a:xfrm>
          <a:off x="3615415" y="2294156"/>
          <a:ext cx="965039" cy="965039"/>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C38F09-78B9-4D3C-BDF1-FE0D4199FEEC}">
      <dsp:nvSpPr>
        <dsp:cNvPr id="0" name=""/>
        <dsp:cNvSpPr/>
      </dsp:nvSpPr>
      <dsp:spPr>
        <a:xfrm>
          <a:off x="3821080" y="2499820"/>
          <a:ext cx="553710" cy="5537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EF321C-4146-4B9A-8CDA-6F7C589B9209}">
      <dsp:nvSpPr>
        <dsp:cNvPr id="0" name=""/>
        <dsp:cNvSpPr/>
      </dsp:nvSpPr>
      <dsp:spPr>
        <a:xfrm>
          <a:off x="3306919"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 The optimizer and learning rate influence training speed and convergence.</a:t>
          </a:r>
        </a:p>
      </dsp:txBody>
      <dsp:txXfrm>
        <a:off x="3306919" y="3559781"/>
        <a:ext cx="1582031" cy="6328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651C88-F23D-4CB6-AAF0-FD3FB02B658B}">
      <dsp:nvSpPr>
        <dsp:cNvPr id="0" name=""/>
        <dsp:cNvSpPr/>
      </dsp:nvSpPr>
      <dsp:spPr>
        <a:xfrm>
          <a:off x="0" y="431616"/>
          <a:ext cx="2561209" cy="153672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Data flows from the input layer through hidden layers with activation functions to produce an output.</a:t>
          </a:r>
        </a:p>
      </dsp:txBody>
      <dsp:txXfrm>
        <a:off x="0" y="431616"/>
        <a:ext cx="2561209" cy="1536725"/>
      </dsp:txXfrm>
    </dsp:sp>
    <dsp:sp modelId="{4FC5F3BB-342E-488A-9509-A5DF556CDA63}">
      <dsp:nvSpPr>
        <dsp:cNvPr id="0" name=""/>
        <dsp:cNvSpPr/>
      </dsp:nvSpPr>
      <dsp:spPr>
        <a:xfrm>
          <a:off x="2817330" y="431616"/>
          <a:ext cx="2561209" cy="1536725"/>
        </a:xfrm>
        <a:prstGeom prst="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The loss function compares predictions with true labels and computes error.</a:t>
          </a:r>
        </a:p>
      </dsp:txBody>
      <dsp:txXfrm>
        <a:off x="2817330" y="431616"/>
        <a:ext cx="2561209" cy="1536725"/>
      </dsp:txXfrm>
    </dsp:sp>
    <dsp:sp modelId="{830A50EB-E2B9-4488-9768-D7A6DA22C404}">
      <dsp:nvSpPr>
        <dsp:cNvPr id="0" name=""/>
        <dsp:cNvSpPr/>
      </dsp:nvSpPr>
      <dsp:spPr>
        <a:xfrm>
          <a:off x="5634661" y="431616"/>
          <a:ext cx="2561209" cy="1536725"/>
        </a:xfrm>
        <a:prstGeom prst="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The optimizer updates weights and biases via backpropagation.</a:t>
          </a:r>
        </a:p>
      </dsp:txBody>
      <dsp:txXfrm>
        <a:off x="5634661" y="431616"/>
        <a:ext cx="2561209" cy="1536725"/>
      </dsp:txXfrm>
    </dsp:sp>
    <dsp:sp modelId="{6D85D5FE-C756-4DA1-A26D-8D94F96F1572}">
      <dsp:nvSpPr>
        <dsp:cNvPr id="0" name=""/>
        <dsp:cNvSpPr/>
      </dsp:nvSpPr>
      <dsp:spPr>
        <a:xfrm>
          <a:off x="1408665" y="2224462"/>
          <a:ext cx="2561209" cy="1536725"/>
        </a:xfrm>
        <a:prstGeom prst="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 This process repeats over many epochs until useful patterns are learned.</a:t>
          </a:r>
        </a:p>
      </dsp:txBody>
      <dsp:txXfrm>
        <a:off x="1408665" y="2224462"/>
        <a:ext cx="2561209" cy="1536725"/>
      </dsp:txXfrm>
    </dsp:sp>
    <dsp:sp modelId="{A9544FFC-4934-429D-88E9-0A3A3A8D1372}">
      <dsp:nvSpPr>
        <dsp:cNvPr id="0" name=""/>
        <dsp:cNvSpPr/>
      </dsp:nvSpPr>
      <dsp:spPr>
        <a:xfrm>
          <a:off x="4225995" y="2224462"/>
          <a:ext cx="2561209" cy="1536725"/>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(Diagram placeholder: Input → Layers → Output → Loss → Optimizer → Updated Weights)</a:t>
          </a:r>
        </a:p>
      </dsp:txBody>
      <dsp:txXfrm>
        <a:off x="4225995" y="2224462"/>
        <a:ext cx="2561209" cy="153672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E8A7AB-0A34-4FBE-8C69-C39C4B6D056C}">
      <dsp:nvSpPr>
        <dsp:cNvPr id="0" name=""/>
        <dsp:cNvSpPr/>
      </dsp:nvSpPr>
      <dsp:spPr>
        <a:xfrm>
          <a:off x="0" y="334922"/>
          <a:ext cx="8195871" cy="83537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Increasing layers and neurons allowed the model to fit more complex decision boundaries but increased training time and overfitting risk.</a:t>
          </a:r>
        </a:p>
      </dsp:txBody>
      <dsp:txXfrm>
        <a:off x="40780" y="375702"/>
        <a:ext cx="8114311" cy="753819"/>
      </dsp:txXfrm>
    </dsp:sp>
    <dsp:sp modelId="{90C101B6-325B-4B88-8718-68F75621F03D}">
      <dsp:nvSpPr>
        <dsp:cNvPr id="0" name=""/>
        <dsp:cNvSpPr/>
      </dsp:nvSpPr>
      <dsp:spPr>
        <a:xfrm>
          <a:off x="0" y="1230782"/>
          <a:ext cx="8195871" cy="835379"/>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Higher noise levels made it harder for the model to learn clear patterns.</a:t>
          </a:r>
        </a:p>
      </dsp:txBody>
      <dsp:txXfrm>
        <a:off x="40780" y="1271562"/>
        <a:ext cx="8114311" cy="753819"/>
      </dsp:txXfrm>
    </dsp:sp>
    <dsp:sp modelId="{AFE06D61-2907-46F9-870C-7CC91E222076}">
      <dsp:nvSpPr>
        <dsp:cNvPr id="0" name=""/>
        <dsp:cNvSpPr/>
      </dsp:nvSpPr>
      <dsp:spPr>
        <a:xfrm>
          <a:off x="0" y="2126642"/>
          <a:ext cx="8195871" cy="835379"/>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Activation functions and learning rate affected convergence speed and stability.</a:t>
          </a:r>
        </a:p>
      </dsp:txBody>
      <dsp:txXfrm>
        <a:off x="40780" y="2167422"/>
        <a:ext cx="8114311" cy="753819"/>
      </dsp:txXfrm>
    </dsp:sp>
    <dsp:sp modelId="{A6DA0E46-87C3-49DC-B934-E8ADC354BB6E}">
      <dsp:nvSpPr>
        <dsp:cNvPr id="0" name=""/>
        <dsp:cNvSpPr/>
      </dsp:nvSpPr>
      <dsp:spPr>
        <a:xfrm>
          <a:off x="0" y="3022502"/>
          <a:ext cx="8195871" cy="83537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Visualizing decision boundaries showed how architecture choices impact model behavior.</a:t>
          </a:r>
        </a:p>
      </dsp:txBody>
      <dsp:txXfrm>
        <a:off x="40780" y="3063282"/>
        <a:ext cx="8114311" cy="75381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5BF331-1C42-4587-A7AA-2FCD2455C4BB}">
      <dsp:nvSpPr>
        <dsp:cNvPr id="0" name=""/>
        <dsp:cNvSpPr/>
      </dsp:nvSpPr>
      <dsp:spPr>
        <a:xfrm>
          <a:off x="520435" y="115663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617DA1-25D8-4B2B-AC37-D2F0B4C193D4}">
      <dsp:nvSpPr>
        <dsp:cNvPr id="0" name=""/>
        <dsp:cNvSpPr/>
      </dsp:nvSpPr>
      <dsp:spPr>
        <a:xfrm>
          <a:off x="25435" y="2248668"/>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Defined neural network components: layers, neurons, weights, activation functions, loss functions, and optimization algorithms.</a:t>
          </a:r>
        </a:p>
      </dsp:txBody>
      <dsp:txXfrm>
        <a:off x="25435" y="2248668"/>
        <a:ext cx="1800000" cy="787500"/>
      </dsp:txXfrm>
    </dsp:sp>
    <dsp:sp modelId="{D3045B9E-E05A-4330-8D17-07BC3EC2A54A}">
      <dsp:nvSpPr>
        <dsp:cNvPr id="0" name=""/>
        <dsp:cNvSpPr/>
      </dsp:nvSpPr>
      <dsp:spPr>
        <a:xfrm>
          <a:off x="2635435" y="115663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694381-27F1-45CC-BF1C-5780DFE750C0}">
      <dsp:nvSpPr>
        <dsp:cNvPr id="0" name=""/>
        <dsp:cNvSpPr/>
      </dsp:nvSpPr>
      <dsp:spPr>
        <a:xfrm>
          <a:off x="2140435" y="2248668"/>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Illustrated how data flows through a network and how each component contributes to learning.</a:t>
          </a:r>
        </a:p>
      </dsp:txBody>
      <dsp:txXfrm>
        <a:off x="2140435" y="2248668"/>
        <a:ext cx="1800000" cy="787500"/>
      </dsp:txXfrm>
    </dsp:sp>
    <dsp:sp modelId="{A01D7ACE-1A6E-40F0-9F21-F97EDB9AE5ED}">
      <dsp:nvSpPr>
        <dsp:cNvPr id="0" name=""/>
        <dsp:cNvSpPr/>
      </dsp:nvSpPr>
      <dsp:spPr>
        <a:xfrm>
          <a:off x="4750435" y="115663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130E1D-CA80-45C8-94D7-B097EAEF5D0C}">
      <dsp:nvSpPr>
        <dsp:cNvPr id="0" name=""/>
        <dsp:cNvSpPr/>
      </dsp:nvSpPr>
      <dsp:spPr>
        <a:xfrm>
          <a:off x="4255435" y="2248668"/>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Observed how architecture and hyperparameters affect performance using Neural Network Playground.</a:t>
          </a:r>
        </a:p>
      </dsp:txBody>
      <dsp:txXfrm>
        <a:off x="4255435" y="2248668"/>
        <a:ext cx="1800000" cy="787500"/>
      </dsp:txXfrm>
    </dsp:sp>
    <dsp:sp modelId="{E3EE93CF-EC95-46DD-883B-A9DA076D0D2A}">
      <dsp:nvSpPr>
        <dsp:cNvPr id="0" name=""/>
        <dsp:cNvSpPr/>
      </dsp:nvSpPr>
      <dsp:spPr>
        <a:xfrm>
          <a:off x="6865435" y="1156636"/>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B26335F-E18A-4D53-A16F-18CE51297431}">
      <dsp:nvSpPr>
        <dsp:cNvPr id="0" name=""/>
        <dsp:cNvSpPr/>
      </dsp:nvSpPr>
      <dsp:spPr>
        <a:xfrm>
          <a:off x="6370435" y="2248668"/>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 Visualization tools help explain complex AI concepts to technical and non‑technical audiences.</a:t>
          </a:r>
        </a:p>
      </dsp:txBody>
      <dsp:txXfrm>
        <a:off x="6370435" y="2248668"/>
        <a:ext cx="1800000" cy="7875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285FD-D002-4BFC-BC92-42183DEC15EB}" type="datetimeFigureOut">
              <a:rPr lang="en-US" smtClean="0"/>
              <a:t>3/16/2026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DABF04-B04D-40A1-9A63-2E6215D83EC5}" type="slidenum">
              <a:rPr lang="en-US" smtClean="0"/>
              <a:t>‹#›</a:t>
            </a:fld>
            <a:endParaRPr lang="en-US"/>
          </a:p>
        </p:txBody>
      </p:sp>
    </p:spTree>
    <p:extLst>
      <p:ext uri="{BB962C8B-B14F-4D97-AF65-F5344CB8AC3E}">
        <p14:creationId xmlns:p14="http://schemas.microsoft.com/office/powerpoint/2010/main" val="3573088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We appreciate your time and attention throughout this presentation. Your engagement helps make our discussions meaningful and productive. Please feel free to reach out with any questions, feedback, or suggestions—your input is always valued.</a:t>
            </a:r>
          </a:p>
        </p:txBody>
      </p:sp>
      <p:sp>
        <p:nvSpPr>
          <p:cNvPr id="4" name="Slide Number Placeholder 3"/>
          <p:cNvSpPr>
            <a:spLocks noGrp="1"/>
          </p:cNvSpPr>
          <p:nvPr>
            <p:ph type="sldNum" sz="quarter" idx="5"/>
          </p:nvPr>
        </p:nvSpPr>
        <p:spPr/>
        <p:txBody>
          <a:bodyPr/>
          <a:lstStyle/>
          <a:p>
            <a:fld id="{159C1887-50EA-4C2D-AF08-84ACAE8541C3}" type="slidenum">
              <a:rPr lang="en-US" smtClean="0"/>
              <a:t>12</a:t>
            </a:fld>
            <a:endParaRPr lang="en-US"/>
          </a:p>
        </p:txBody>
      </p:sp>
    </p:spTree>
    <p:extLst>
      <p:ext uri="{BB962C8B-B14F-4D97-AF65-F5344CB8AC3E}">
        <p14:creationId xmlns:p14="http://schemas.microsoft.com/office/powerpoint/2010/main" val="2419830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E62931-8EB4-42BB-BAAB-D8757BE66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75595" y="728664"/>
            <a:ext cx="3738610" cy="3157080"/>
          </a:xfrm>
          <a:noFill/>
        </p:spPr>
        <p:txBody>
          <a:bodyPr>
            <a:normAutofit/>
          </a:bodyPr>
          <a:lstStyle/>
          <a:p>
            <a:pPr algn="l"/>
            <a:r>
              <a:rPr lang="en-US" sz="4200"/>
              <a:t>Neural Network Components: A Visual Overview</a:t>
            </a:r>
          </a:p>
        </p:txBody>
      </p:sp>
      <p:sp>
        <p:nvSpPr>
          <p:cNvPr id="3" name="Subtitle 2"/>
          <p:cNvSpPr>
            <a:spLocks noGrp="1"/>
          </p:cNvSpPr>
          <p:nvPr>
            <p:ph type="subTitle" idx="1"/>
          </p:nvPr>
        </p:nvSpPr>
        <p:spPr>
          <a:xfrm>
            <a:off x="4639868" y="3429001"/>
            <a:ext cx="4327151" cy="2700334"/>
          </a:xfrm>
          <a:noFill/>
        </p:spPr>
        <p:txBody>
          <a:bodyPr>
            <a:normAutofit/>
          </a:bodyPr>
          <a:lstStyle/>
          <a:p>
            <a:pPr algn="l">
              <a:lnSpc>
                <a:spcPct val="90000"/>
              </a:lnSpc>
            </a:pPr>
            <a:r>
              <a:rPr lang="en-US" sz="1500" dirty="0"/>
              <a:t>Arun Kumar Vallala – AIML-501: Model Development</a:t>
            </a:r>
          </a:p>
          <a:p>
            <a:pPr algn="l">
              <a:lnSpc>
                <a:spcPct val="90000"/>
              </a:lnSpc>
            </a:pPr>
            <a:endParaRPr lang="en-US" sz="1500" dirty="0"/>
          </a:p>
          <a:p>
            <a:pPr algn="l">
              <a:lnSpc>
                <a:spcPct val="90000"/>
              </a:lnSpc>
            </a:pPr>
            <a:endParaRPr lang="en-US" sz="1500" dirty="0"/>
          </a:p>
          <a:p>
            <a:pPr algn="l">
              <a:lnSpc>
                <a:spcPct val="90000"/>
              </a:lnSpc>
            </a:pPr>
            <a:endParaRPr lang="en-US" sz="1500" dirty="0"/>
          </a:p>
          <a:p>
            <a:pPr algn="l">
              <a:lnSpc>
                <a:spcPct val="90000"/>
              </a:lnSpc>
            </a:pPr>
            <a:r>
              <a:rPr lang="en-US" sz="1500" dirty="0"/>
              <a:t>Neural networks are computational models inspired by the human brain. This presentation explains the core components of neural networks and how they work together to learn from data.</a:t>
            </a:r>
          </a:p>
        </p:txBody>
      </p:sp>
      <p:pic>
        <p:nvPicPr>
          <p:cNvPr id="5" name="Picture 4" descr="Connected lines and dots to form a network">
            <a:extLst>
              <a:ext uri="{FF2B5EF4-FFF2-40B4-BE49-F238E27FC236}">
                <a16:creationId xmlns:a16="http://schemas.microsoft.com/office/drawing/2014/main" id="{ADDCA624-3897-B8E7-A49F-40EB5093E9B8}"/>
              </a:ext>
            </a:extLst>
          </p:cNvPr>
          <p:cNvPicPr>
            <a:picLocks noChangeAspect="1"/>
          </p:cNvPicPr>
          <p:nvPr/>
        </p:nvPicPr>
        <p:blipFill>
          <a:blip r:embed="rId2"/>
          <a:srcRect l="40197" r="22859"/>
          <a:stretch>
            <a:fillRect/>
          </a:stretch>
        </p:blipFill>
        <p:spPr>
          <a:xfrm>
            <a:off x="20" y="10"/>
            <a:ext cx="4504114" cy="68579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4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What Is a Neural Network?</a:t>
            </a:r>
          </a:p>
        </p:txBody>
      </p:sp>
      <p:graphicFrame>
        <p:nvGraphicFramePr>
          <p:cNvPr id="5" name="Content Placeholder 2">
            <a:extLst>
              <a:ext uri="{FF2B5EF4-FFF2-40B4-BE49-F238E27FC236}">
                <a16:creationId xmlns:a16="http://schemas.microsoft.com/office/drawing/2014/main" id="{2C00E6E2-4BE9-924C-0DB5-5303EDD6246B}"/>
              </a:ext>
            </a:extLst>
          </p:cNvPr>
          <p:cNvGraphicFramePr>
            <a:graphicFrameLocks noGrp="1"/>
          </p:cNvGraphicFramePr>
          <p:nvPr>
            <p:ph idx="1"/>
            <p:extLst>
              <p:ext uri="{D42A27DB-BD31-4B8C-83A1-F6EECF244321}">
                <p14:modId xmlns:p14="http://schemas.microsoft.com/office/powerpoint/2010/main" val="407582704"/>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Layers</a:t>
            </a:r>
          </a:p>
        </p:txBody>
      </p:sp>
      <p:graphicFrame>
        <p:nvGraphicFramePr>
          <p:cNvPr id="5" name="Content Placeholder 2">
            <a:extLst>
              <a:ext uri="{FF2B5EF4-FFF2-40B4-BE49-F238E27FC236}">
                <a16:creationId xmlns:a16="http://schemas.microsoft.com/office/drawing/2014/main" id="{DE04A3F6-94C6-A47A-4424-F35C7A116A8D}"/>
              </a:ext>
            </a:extLst>
          </p:cNvPr>
          <p:cNvGraphicFramePr>
            <a:graphicFrameLocks noGrp="1"/>
          </p:cNvGraphicFramePr>
          <p:nvPr>
            <p:ph idx="1"/>
            <p:extLst>
              <p:ext uri="{D42A27DB-BD31-4B8C-83A1-F6EECF244321}">
                <p14:modId xmlns:p14="http://schemas.microsoft.com/office/powerpoint/2010/main" val="376581150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Neurons</a:t>
            </a:r>
          </a:p>
        </p:txBody>
      </p:sp>
      <p:graphicFrame>
        <p:nvGraphicFramePr>
          <p:cNvPr id="5" name="Content Placeholder 2">
            <a:extLst>
              <a:ext uri="{FF2B5EF4-FFF2-40B4-BE49-F238E27FC236}">
                <a16:creationId xmlns:a16="http://schemas.microsoft.com/office/drawing/2014/main" id="{2CAD7259-66C3-A5C0-F0A5-6C907D90D15A}"/>
              </a:ext>
            </a:extLst>
          </p:cNvPr>
          <p:cNvGraphicFramePr>
            <a:graphicFrameLocks noGrp="1"/>
          </p:cNvGraphicFramePr>
          <p:nvPr>
            <p:ph idx="1"/>
            <p:extLst>
              <p:ext uri="{D42A27DB-BD31-4B8C-83A1-F6EECF244321}">
                <p14:modId xmlns:p14="http://schemas.microsoft.com/office/powerpoint/2010/main" val="1527053566"/>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Weights</a:t>
            </a:r>
          </a:p>
        </p:txBody>
      </p:sp>
      <p:graphicFrame>
        <p:nvGraphicFramePr>
          <p:cNvPr id="5" name="Content Placeholder 2">
            <a:extLst>
              <a:ext uri="{FF2B5EF4-FFF2-40B4-BE49-F238E27FC236}">
                <a16:creationId xmlns:a16="http://schemas.microsoft.com/office/drawing/2014/main" id="{78AFA4F0-62BE-4CB5-E861-7DAE0512DE6D}"/>
              </a:ext>
            </a:extLst>
          </p:cNvPr>
          <p:cNvGraphicFramePr>
            <a:graphicFrameLocks noGrp="1"/>
          </p:cNvGraphicFramePr>
          <p:nvPr>
            <p:ph idx="1"/>
            <p:extLst>
              <p:ext uri="{D42A27DB-BD31-4B8C-83A1-F6EECF244321}">
                <p14:modId xmlns:p14="http://schemas.microsoft.com/office/powerpoint/2010/main" val="368516184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Activation Functions</a:t>
            </a:r>
          </a:p>
        </p:txBody>
      </p:sp>
      <p:graphicFrame>
        <p:nvGraphicFramePr>
          <p:cNvPr id="5" name="Content Placeholder 2">
            <a:extLst>
              <a:ext uri="{FF2B5EF4-FFF2-40B4-BE49-F238E27FC236}">
                <a16:creationId xmlns:a16="http://schemas.microsoft.com/office/drawing/2014/main" id="{D9A1A298-A8EA-3264-2C87-E8A3A1D58251}"/>
              </a:ext>
            </a:extLst>
          </p:cNvPr>
          <p:cNvGraphicFramePr>
            <a:graphicFrameLocks noGrp="1"/>
          </p:cNvGraphicFramePr>
          <p:nvPr>
            <p:ph idx="1"/>
            <p:extLst>
              <p:ext uri="{D42A27DB-BD31-4B8C-83A1-F6EECF244321}">
                <p14:modId xmlns:p14="http://schemas.microsoft.com/office/powerpoint/2010/main" val="2222569136"/>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Loss Function</a:t>
            </a:r>
          </a:p>
        </p:txBody>
      </p:sp>
      <p:graphicFrame>
        <p:nvGraphicFramePr>
          <p:cNvPr id="5" name="Content Placeholder 2">
            <a:extLst>
              <a:ext uri="{FF2B5EF4-FFF2-40B4-BE49-F238E27FC236}">
                <a16:creationId xmlns:a16="http://schemas.microsoft.com/office/drawing/2014/main" id="{6C5A6891-0E91-ED9A-07D1-7C068D1EED06}"/>
              </a:ext>
            </a:extLst>
          </p:cNvPr>
          <p:cNvGraphicFramePr>
            <a:graphicFrameLocks noGrp="1"/>
          </p:cNvGraphicFramePr>
          <p:nvPr>
            <p:ph idx="1"/>
            <p:extLst>
              <p:ext uri="{D42A27DB-BD31-4B8C-83A1-F6EECF244321}">
                <p14:modId xmlns:p14="http://schemas.microsoft.com/office/powerpoint/2010/main" val="369855118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Optimization Algorithms</a:t>
            </a:r>
          </a:p>
        </p:txBody>
      </p:sp>
      <p:graphicFrame>
        <p:nvGraphicFramePr>
          <p:cNvPr id="5" name="Content Placeholder 2">
            <a:extLst>
              <a:ext uri="{FF2B5EF4-FFF2-40B4-BE49-F238E27FC236}">
                <a16:creationId xmlns:a16="http://schemas.microsoft.com/office/drawing/2014/main" id="{6C57E2B7-A121-F766-1630-BEE136BC7BFB}"/>
              </a:ext>
            </a:extLst>
          </p:cNvPr>
          <p:cNvGraphicFramePr>
            <a:graphicFrameLocks noGrp="1"/>
          </p:cNvGraphicFramePr>
          <p:nvPr>
            <p:ph idx="1"/>
            <p:extLst>
              <p:ext uri="{D42A27DB-BD31-4B8C-83A1-F6EECF244321}">
                <p14:modId xmlns:p14="http://schemas.microsoft.com/office/powerpoint/2010/main" val="3017070458"/>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How the Components Work Together</a:t>
            </a:r>
          </a:p>
        </p:txBody>
      </p:sp>
      <p:graphicFrame>
        <p:nvGraphicFramePr>
          <p:cNvPr id="5" name="Content Placeholder 2">
            <a:extLst>
              <a:ext uri="{FF2B5EF4-FFF2-40B4-BE49-F238E27FC236}">
                <a16:creationId xmlns:a16="http://schemas.microsoft.com/office/drawing/2014/main" id="{7250BF1A-0B67-1ED0-DE35-F21E5363088C}"/>
              </a:ext>
            </a:extLst>
          </p:cNvPr>
          <p:cNvGraphicFramePr>
            <a:graphicFrameLocks noGrp="1"/>
          </p:cNvGraphicFramePr>
          <p:nvPr>
            <p:ph idx="1"/>
            <p:extLst>
              <p:ext uri="{D42A27DB-BD31-4B8C-83A1-F6EECF244321}">
                <p14:modId xmlns:p14="http://schemas.microsoft.com/office/powerpoint/2010/main" val="1166901858"/>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pPr>
              <a:lnSpc>
                <a:spcPct val="90000"/>
              </a:lnSpc>
            </a:pPr>
            <a:r>
              <a:rPr lang="en-US" sz="3000">
                <a:solidFill>
                  <a:srgbClr val="FFFFFF"/>
                </a:solidFill>
              </a:rPr>
              <a:t>Neural Network Playground: What I Observed</a:t>
            </a:r>
          </a:p>
        </p:txBody>
      </p:sp>
      <p:graphicFrame>
        <p:nvGraphicFramePr>
          <p:cNvPr id="5" name="Content Placeholder 2">
            <a:extLst>
              <a:ext uri="{FF2B5EF4-FFF2-40B4-BE49-F238E27FC236}">
                <a16:creationId xmlns:a16="http://schemas.microsoft.com/office/drawing/2014/main" id="{5D8CDE49-F37D-8C0A-1D00-DF563F83EB3B}"/>
              </a:ext>
            </a:extLst>
          </p:cNvPr>
          <p:cNvGraphicFramePr>
            <a:graphicFrameLocks noGrp="1"/>
          </p:cNvGraphicFramePr>
          <p:nvPr>
            <p:ph idx="1"/>
            <p:extLst>
              <p:ext uri="{D42A27DB-BD31-4B8C-83A1-F6EECF244321}">
                <p14:modId xmlns:p14="http://schemas.microsoft.com/office/powerpoint/2010/main" val="2824240234"/>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Summary and Key Takeaways</a:t>
            </a:r>
          </a:p>
        </p:txBody>
      </p:sp>
      <p:graphicFrame>
        <p:nvGraphicFramePr>
          <p:cNvPr id="5" name="Content Placeholder 2">
            <a:extLst>
              <a:ext uri="{FF2B5EF4-FFF2-40B4-BE49-F238E27FC236}">
                <a16:creationId xmlns:a16="http://schemas.microsoft.com/office/drawing/2014/main" id="{2EDE35DA-5C17-B548-FFD7-7204447F8F28}"/>
              </a:ext>
            </a:extLst>
          </p:cNvPr>
          <p:cNvGraphicFramePr>
            <a:graphicFrameLocks noGrp="1"/>
          </p:cNvGraphicFramePr>
          <p:nvPr>
            <p:ph idx="1"/>
            <p:extLst>
              <p:ext uri="{D42A27DB-BD31-4B8C-83A1-F6EECF244321}">
                <p14:modId xmlns:p14="http://schemas.microsoft.com/office/powerpoint/2010/main" val="239026941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3315999"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74171"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08426B-D075-1043-5F5C-390399606678}"/>
              </a:ext>
            </a:extLst>
          </p:cNvPr>
          <p:cNvSpPr>
            <a:spLocks noGrp="1"/>
          </p:cNvSpPr>
          <p:nvPr>
            <p:ph type="title"/>
          </p:nvPr>
        </p:nvSpPr>
        <p:spPr>
          <a:xfrm>
            <a:off x="603504" y="1412489"/>
            <a:ext cx="2153321" cy="2127124"/>
          </a:xfrm>
        </p:spPr>
        <p:txBody>
          <a:bodyPr vert="horz" lIns="91440" tIns="45720" rIns="91440" bIns="45720" rtlCol="0" anchor="t">
            <a:normAutofit/>
          </a:bodyPr>
          <a:lstStyle/>
          <a:p>
            <a:pPr defTabSz="914400"/>
            <a:r>
              <a:rPr lang="en-US" sz="3100" b="1" kern="1200">
                <a:solidFill>
                  <a:schemeClr val="bg1"/>
                </a:solidFill>
                <a:latin typeface="+mj-lt"/>
                <a:ea typeface="+mj-ea"/>
                <a:cs typeface="+mj-cs"/>
              </a:rPr>
              <a:t>Thank You</a:t>
            </a:r>
          </a:p>
        </p:txBody>
      </p:sp>
      <p:sp>
        <p:nvSpPr>
          <p:cNvPr id="6" name="Content Placeholder 5">
            <a:extLst>
              <a:ext uri="{FF2B5EF4-FFF2-40B4-BE49-F238E27FC236}">
                <a16:creationId xmlns:a16="http://schemas.microsoft.com/office/drawing/2014/main" id="{19F38770-DCCC-30D0-0307-6A19A55B2A89}"/>
              </a:ext>
            </a:extLst>
          </p:cNvPr>
          <p:cNvSpPr>
            <a:spLocks noGrp="1"/>
          </p:cNvSpPr>
          <p:nvPr>
            <p:ph sz="half" idx="1"/>
          </p:nvPr>
        </p:nvSpPr>
        <p:spPr>
          <a:xfrm>
            <a:off x="3899244" y="1412489"/>
            <a:ext cx="2194560" cy="4363844"/>
          </a:xfrm>
        </p:spPr>
        <p:txBody>
          <a:bodyPr>
            <a:normAutofit/>
          </a:bodyPr>
          <a:lstStyle/>
          <a:p>
            <a:endParaRPr lang="en-US" sz="1700"/>
          </a:p>
        </p:txBody>
      </p:sp>
      <p:sp>
        <p:nvSpPr>
          <p:cNvPr id="4" name="Content Placeholder 3">
            <a:extLst>
              <a:ext uri="{FF2B5EF4-FFF2-40B4-BE49-F238E27FC236}">
                <a16:creationId xmlns:a16="http://schemas.microsoft.com/office/drawing/2014/main" id="{5C1B8C86-7CAD-7611-FC9B-542C5406D25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38703" y="1412489"/>
            <a:ext cx="2194560" cy="4363844"/>
          </a:xfrm>
        </p:spPr>
        <p:txBody>
          <a:bodyPr>
            <a:normAutofit/>
          </a:bodyPr>
          <a:lstStyle/>
          <a:p>
            <a:pPr marL="0" indent="0">
              <a:spcBef>
                <a:spcPts val="2500"/>
              </a:spcBef>
              <a:buFont typeface="Arial" panose="020B0604020202020204" pitchFamily="34" charset="0"/>
              <a:buNone/>
            </a:pPr>
            <a:r>
              <a:rPr lang="en-US" sz="1400" b="1" dirty="0"/>
              <a:t>Appreciation for Participation</a:t>
            </a:r>
          </a:p>
          <a:p>
            <a:pPr marL="0" lvl="1" indent="0">
              <a:buFont typeface="Arial" panose="020B0604020202020204" pitchFamily="34" charset="0"/>
              <a:buNone/>
            </a:pPr>
            <a:r>
              <a:rPr lang="en-US" sz="1400" dirty="0"/>
              <a:t>Thank you for your time and attention during this presentation. Your engagement made our discussion meaningful.</a:t>
            </a:r>
          </a:p>
          <a:p>
            <a:pPr marL="0" indent="0">
              <a:spcBef>
                <a:spcPts val="2500"/>
              </a:spcBef>
              <a:buFont typeface="Arial" panose="020B0604020202020204" pitchFamily="34" charset="0"/>
              <a:buNone/>
            </a:pPr>
            <a:r>
              <a:rPr lang="en-US" sz="1400" b="1" dirty="0"/>
              <a:t>Encouraging Feedback</a:t>
            </a:r>
          </a:p>
          <a:p>
            <a:pPr marL="0" lvl="1" indent="0">
              <a:buFont typeface="Arial" panose="020B0604020202020204" pitchFamily="34" charset="0"/>
              <a:buNone/>
            </a:pPr>
            <a:r>
              <a:rPr lang="en-US" sz="1400" dirty="0"/>
              <a:t>Your questions, feedback, and suggestions are always valued. Please feel free to share your input with us.</a:t>
            </a:r>
          </a:p>
        </p:txBody>
      </p:sp>
      <p:pic>
        <p:nvPicPr>
          <p:cNvPr id="8" name="Picture 7">
            <a:extLst>
              <a:ext uri="{FF2B5EF4-FFF2-40B4-BE49-F238E27FC236}">
                <a16:creationId xmlns:a16="http://schemas.microsoft.com/office/drawing/2014/main" id="{33D8A294-4329-BB61-A945-34E671755D0B}"/>
              </a:ext>
            </a:extLst>
          </p:cNvPr>
          <p:cNvPicPr>
            <a:picLocks noChangeAspect="1"/>
          </p:cNvPicPr>
          <p:nvPr/>
        </p:nvPicPr>
        <p:blipFill>
          <a:blip r:embed="rId3"/>
          <a:stretch>
            <a:fillRect/>
          </a:stretch>
        </p:blipFill>
        <p:spPr>
          <a:xfrm>
            <a:off x="-105721" y="0"/>
            <a:ext cx="9249721" cy="6857999"/>
          </a:xfrm>
          <a:prstGeom prst="rect">
            <a:avLst/>
          </a:prstGeom>
        </p:spPr>
      </p:pic>
    </p:spTree>
    <p:extLst>
      <p:ext uri="{BB962C8B-B14F-4D97-AF65-F5344CB8AC3E}">
        <p14:creationId xmlns:p14="http://schemas.microsoft.com/office/powerpoint/2010/main" val="778750702"/>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803</Words>
  <Application>Microsoft Office PowerPoint</Application>
  <PresentationFormat>On-screen Show (4:3)</PresentationFormat>
  <Paragraphs>66</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Neural Network Components: A Visual Overview</vt:lpstr>
      <vt:lpstr>What Is a Neural Network?</vt:lpstr>
      <vt:lpstr>Layers</vt:lpstr>
      <vt:lpstr>Neurons</vt:lpstr>
      <vt:lpstr>Weights</vt:lpstr>
      <vt:lpstr>Activation Functions</vt:lpstr>
      <vt:lpstr>Loss Function</vt:lpstr>
      <vt:lpstr>Optimization Algorithms</vt:lpstr>
      <vt:lpstr>How the Components Work Together</vt:lpstr>
      <vt:lpstr>Neural Network Playground: What I Observed</vt:lpstr>
      <vt:lpstr>Summary and Key Takeaways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Arun Kumar Vallala</cp:lastModifiedBy>
  <cp:revision>2</cp:revision>
  <dcterms:created xsi:type="dcterms:W3CDTF">2013-01-27T09:14:16Z</dcterms:created>
  <dcterms:modified xsi:type="dcterms:W3CDTF">2026-03-16T23:28:36Z</dcterms:modified>
  <cp:category/>
</cp:coreProperties>
</file>