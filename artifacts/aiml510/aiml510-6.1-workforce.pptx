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SwiftTel Workforce</a:t>
            </a:r>
            <a:br/>
            <a:r>
              <a:t>Recommendations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t>RAI Framework Analysis — Assignment 6.1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t>Workforce Considerations Case Study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t>Arun Kumar Vallala | AIML-510-01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SwiftTel — Rapid 80% Customer Service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2D3748"/>
                </a:solidFill>
              </a:defRPr>
            </a:pPr>
            <a:r>
              <a:t>SwiftTel: national telecom with human agents for technical support, billing, and plan upgrades</a:t>
            </a:r>
          </a:p>
          <a:p>
            <a:pPr>
              <a:spcBef>
                <a:spcPts val="500"/>
              </a:spcBef>
              <a:defRPr sz="1500">
                <a:solidFill>
                  <a:srgbClr val="2D3748"/>
                </a:solidFill>
              </a:defRPr>
            </a:pPr>
            <a:r>
              <a:t>Leadership deployed SwiftBot (LLM voicebot) to automate 80% of customer service to cut costs</a:t>
            </a:r>
          </a:p>
          <a:p>
            <a:pPr>
              <a:spcBef>
                <a:spcPts val="500"/>
              </a:spcBef>
              <a:defRPr sz="1500">
                <a:solidFill>
                  <a:srgbClr val="2D3748"/>
                </a:solidFill>
              </a:defRPr>
            </a:pPr>
            <a:r>
              <a:t>SwiftBot: 24/7, multilingual, escalates to humans after 3 failed resolution attempts</a:t>
            </a:r>
          </a:p>
          <a:p>
            <a:pPr>
              <a:spcBef>
                <a:spcPts val="500"/>
              </a:spcBef>
              <a:defRPr sz="1300">
                <a:solidFill>
                  <a:srgbClr val="2D3748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D3748"/>
                </a:solidFill>
              </a:defRPr>
            </a:pPr>
            <a:r>
              <a:t>Initial outcomes (reported): reduced wait times, lower operating costs, faster routine resolutions</a:t>
            </a:r>
          </a:p>
          <a:p>
            <a:pPr>
              <a:spcBef>
                <a:spcPts val="500"/>
              </a:spcBef>
              <a:defRPr sz="1500">
                <a:solidFill>
                  <a:srgbClr val="2D3748"/>
                </a:solidFill>
              </a:defRPr>
            </a:pPr>
            <a:r>
              <a:t>Critical feedback (reported): CSAT decline, unresolved complex cases, agent morale collapse, customer frustration with bot loops, loss of experienced staff</a:t>
            </a:r>
          </a:p>
          <a:p>
            <a:pPr>
              <a:spcBef>
                <a:spcPts val="500"/>
              </a:spcBef>
              <a:defRPr sz="1300">
                <a:solidFill>
                  <a:srgbClr val="2D3748"/>
                </a:solidFill>
              </a:defRPr>
            </a:pPr>
          </a:p>
          <a:p>
            <a:pPr>
              <a:spcBef>
                <a:spcPts val="500"/>
              </a:spcBef>
              <a:defRPr sz="1300">
                <a:solidFill>
                  <a:srgbClr val="2D3748"/>
                </a:solidFill>
              </a:defRPr>
            </a:pPr>
            <a:r>
              <a:t>RAI lens: Work provides dignity and purpose (USCCB). Ethical companies owe duties to employees, not only shareholders.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 Automation: Costs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80% SwiftBot deployment — financial, operational, customer, and workforce impacts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pic>
        <p:nvPicPr>
          <p:cNvPr id="6" name="Picture 5" descr="chart_full_automation_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RAI Risks: Full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Assessed through fairness, transparency, accountability, and workforce dignity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pic>
        <p:nvPicPr>
          <p:cNvPr id="6" name="Picture 5" descr="chart_full_automation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103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Human-AI Teaming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Centaur, Cyborg, and phased approaches for customer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pic>
        <p:nvPicPr>
          <p:cNvPr id="6" name="Picture 5" descr="chart_teaming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Human-AI Teaming: Costs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Balanced model — moderate savings with retained quality and workforce dignity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pic>
        <p:nvPicPr>
          <p:cNvPr id="6" name="Picture 5" descr="chart_teaming_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RAI Risks: Human-AI Teaming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Manageable risks with proper training, monitoring,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pic>
        <p:nvPicPr>
          <p:cNvPr id="6" name="Picture 5" descr="chart_teaming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103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Phased Centaur Model with Workforce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Do NOT proceed with 80% automation. Roll back to a phased Centaur model targeting 40–50% AI-handled volume after a 90-day pilot.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Pilot first: Deploy SwiftBot only on tier-1 predictable queries (balance, outage status, password reset). Measure CSAT, escalation rate, and resolution time before scaling.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Retain and reskill agents: Transition displaced-capacity roles to AI Supervisors (audit conversations), Escalation Specialists (jagged frontier), and Customer Success — honoring USCCB dignity of work.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Redesign escalation: Replace arbitrary 3-attempt rule with intelligent routing — sentiment detection, billing complexity score, or customer request triggers immediate human handoff with full AI context.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Invest in sustainment: Assign a cross-functional RAI team to monitor drift, retrain SwiftBot on plan/pricing changes, and audit for hallucinations (lessons from WS5 lifecycle framework).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Transparent disclosure: Inform customers when AI is handling their call; offer human option without penalty.</a:t>
            </a: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2D3748"/>
                </a:solidFill>
              </a:defRPr>
            </a:pPr>
            <a:r>
              <a:t>Justification: Dell'Acqua et al. show Centaurs outperform AI-only on complex work. Gartner warns CFOs against assuming headcount cuts from AI. SwiftTel's critical feedback confirms non-routine work resists automation — rushing cost savings sacrificed quality, trust, and employee dignity.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APA format — sources supporting this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SwiftTel Case Study | RAI Workforce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Dell'Acqua, F., McFowland, E., Mollick, E. R., Lifshitz-Assaf, H., Kellogg, K., Adelman, L., Anderson, Z., &amp; Lakhani, K. R. (2023). Navigating the jagged technological frontier: Field experimental evidence of the effects of AI on knowledge worker productivity and quality. Harvard Business School Working Paper, 24-013. https://doi.org/10.2139/ssrn.4573321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Gartner. (2024). Gartner says CFOs should reset expectations about AI's impact on workforce productivity and headcount. Gartner Newsroom. https://www.gartner.com/en/newsroom/press-releases/2024-cfo-ai-workforce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United States Conference of Catholic Bishops. (n.d.). The dignity of work and the rights of workers. USCCB. https://www.usccb.org/beliefs-and-teachings/what-we-believe/catholic-social-teaching/the-dignity-of-work-and-the-rights-of-workers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Chui, M., Roberts, R., &amp; Yee, L. (2023). Generative AI and the future of work in America. McKinsey Global Institute. https://www.mckinsey.com/mgi/our-research/generative-ai-and-the-future-of-work-in-america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