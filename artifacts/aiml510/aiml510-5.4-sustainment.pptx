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RAI Framework Project</a:t>
            </a:r>
            <a:br/>
            <a:r>
              <a:t>Design Considerations</a:t>
            </a:r>
          </a:p>
          <a:p>
            <a:pPr algn="ctr">
              <a:defRPr sz="1700">
                <a:solidFill>
                  <a:srgbClr val="CBD5E0"/>
                </a:solidFill>
              </a:defRPr>
            </a:pPr>
            <a:r>
              <a:t>SentinelOneX Security | Workshop 5: Sustainment &amp; Education</a:t>
            </a:r>
          </a:p>
          <a:p>
            <a:pPr algn="ctr">
              <a:defRPr sz="1700">
                <a:solidFill>
                  <a:srgbClr val="CBD5E0"/>
                </a:solidFill>
              </a:defRPr>
            </a:pPr>
          </a:p>
          <a:p>
            <a:pPr algn="ctr">
              <a:defRPr sz="1700">
                <a:solidFill>
                  <a:srgbClr val="CBD5E0"/>
                </a:solidFill>
              </a:defRPr>
            </a:pPr>
            <a:r>
              <a:t>Arun Kumar Vallala | AIML-510-01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SentinelOneX Security — Assignment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RAI Framework — Lifecycle &amp; Sustainment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Cybersecurity AI company: threat detection, SOC automation, vendor risk evaluation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AI accuracy drifts as threats evolve — sustainment and retraining are core responsibilities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Themes: fairness, accountability, transparency, privacy, reliability, human oversight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300">
                <a:solidFill>
                  <a:srgbClr val="2D3748"/>
                </a:solidFill>
              </a:defRPr>
            </a:pPr>
            <a:r>
              <a:t>AI Ethics Statement (1.3): Improve cybersecurity outcomes while respecting privacy, fairness, transparency, and human oversight. Human decision-makers retain authority over critical security actions. Continuously monitor for bias, performance degradation, and unintended consequences.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Use Cases Under Consideration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Same use cases from Assignment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RAI Framework — Lifecycle &amp; Sustainment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98755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Sustainment Priority</a:t>
                      </a:r>
                    </a:p>
                  </a:txBody>
                  <a:tcPr anchor="ctr">
                    <a:solidFill>
                      <a:srgbClr val="007A87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AI Malware Detection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ML scores files/behaviors as malicious or benign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HIGH — daily retraining as threat landscape shifts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SOC Alert Triage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AI ranks alerts for analyst prioritization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HIGH — monitor drift as alert patterns change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Incident Response Recommendations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AI suggests containment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CRITICAL — human-in-the-loop; scheduled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Vendor AI Risk Assessment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AI evaluates third-party vendors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MEDIUM — quarterly model refresh; policy updates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Chart: AI Lifecycle &amp; RAI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Markkula ITEC (Identify, Translate, Execute, Critique) + sustainment &amp; disposition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RAI Framework — Lifecycle &amp; Sustainment</a:t>
            </a:r>
          </a:p>
        </p:txBody>
      </p:sp>
      <p:pic>
        <p:nvPicPr>
          <p:cNvPr id="6" name="Picture 5" descr="chart1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1521440" cy="78546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Chart: RAI Validation &amp; Monitoring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Commercial tools for SentinelOneX production AI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RAI Framework — Lifecycle &amp; Sustainment</a:t>
            </a:r>
          </a:p>
        </p:txBody>
      </p:sp>
      <p:pic>
        <p:nvPicPr>
          <p:cNvPr id="6" name="Picture 5" descr="chart2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15214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Chart: Building RAI Expertise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Internal training, governance, hiring, and professional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RAI Framework — Lifecycle &amp; Sustainment</a:t>
            </a:r>
          </a:p>
        </p:txBody>
      </p:sp>
      <p:pic>
        <p:nvPicPr>
          <p:cNvPr id="6" name="Picture 5" descr="chart3_expert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1521440" cy="57515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Chart: Customer AI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Appropriate use, model changes, and responsible end-of-life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RAI Framework — Lifecycle &amp; Sustainment</a:t>
            </a:r>
          </a:p>
        </p:txBody>
      </p:sp>
      <p:pic>
        <p:nvPicPr>
          <p:cNvPr id="6" name="Picture 5" descr="chart4_customer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115214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Difficulties and open questions from Workshop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RAI Framework — Lifecycle &amp; Sustainment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2D3748"/>
                </a:solidFill>
              </a:defRPr>
            </a:pPr>
            <a:r>
              <a:t>Workshop 5 convinced me that launch is the midpoint, not the finish line — Ethical Machines Ch. 7 and the drift articles show models degrade without dedicated sustainment resources.</a:t>
            </a:r>
          </a:p>
          <a:p>
            <a:pPr>
              <a:spcBef>
                <a:spcPts val="800"/>
              </a:spcBef>
              <a:defRPr sz="1600">
                <a:solidFill>
                  <a:srgbClr val="2D3748"/>
                </a:solidFill>
              </a:defRPr>
            </a:pPr>
            <a:r>
              <a:t>The Moxie robot story troubled me: bricking $800 devices without refunds is a warning for any AI product sunset. SentinelOneX must plan disposition with customer notice, migration, and data export — not abrupt shutdown.</a:t>
            </a:r>
          </a:p>
          <a:p>
            <a:pPr>
              <a:spcBef>
                <a:spcPts val="800"/>
              </a:spcBef>
              <a:defRPr sz="1600">
                <a:solidFill>
                  <a:srgbClr val="2D3748"/>
                </a:solidFill>
              </a:defRPr>
            </a:pPr>
            <a:r>
              <a:t>Integrating education (5.3) into the lifecycle chart was harder than adding technical monitoring — culture and customer training are harder to measure than drift metrics.</a:t>
            </a:r>
          </a:p>
          <a:p>
            <a:pPr>
              <a:spcBef>
                <a:spcPts val="800"/>
              </a:spcBef>
              <a:defRPr sz="1600">
                <a:solidFill>
                  <a:srgbClr val="2D3748"/>
                </a:solidFill>
              </a:defRPr>
            </a:pPr>
            <a:r>
              <a:t>5.2 taught me tools like Fairlearn and Arize are essential but insufficient; this assignment showed where they fit in the lifecycle versus where governance and training must lead.</a:t>
            </a:r>
          </a:p>
          <a:p>
            <a:pPr>
              <a:spcBef>
                <a:spcPts val="800"/>
              </a:spcBef>
              <a:defRPr sz="1600">
                <a:solidFill>
                  <a:srgbClr val="2D3748"/>
                </a:solidFill>
              </a:defRPr>
            </a:pPr>
            <a:r>
              <a:t>Open question: How do we budget for continuous retraining and monitoring when customers expect cybersecurity AI to improve automatically without price increases or service interruptions?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RAI Framework — Lifecycle &amp; Sustainment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2D3748"/>
                </a:solidFill>
              </a:defRPr>
            </a:pPr>
            <a:r>
              <a:t>Blackman, R. (2022). Ethical Machines, Chapter 7. Harvard Business Review Press.</a:t>
            </a:r>
          </a:p>
          <a:p>
            <a:pPr>
              <a:spcBef>
                <a:spcPts val="800"/>
              </a:spcBef>
              <a:defRPr sz="1400">
                <a:solidFill>
                  <a:srgbClr val="2D3748"/>
                </a:solidFill>
              </a:defRPr>
            </a:pPr>
            <a:r>
              <a:t>Markkula Center for Applied Ethics. ITEC Stages &amp; Sample Design Workflow. Santa Clara University.</a:t>
            </a:r>
          </a:p>
          <a:p>
            <a:pPr>
              <a:spcBef>
                <a:spcPts val="800"/>
              </a:spcBef>
              <a:defRPr sz="1400">
                <a:solidFill>
                  <a:srgbClr val="2D3748"/>
                </a:solidFill>
              </a:defRPr>
            </a:pPr>
            <a:r>
              <a:t>Moxie emotional support robot discontinuation — Ars Technica.</a:t>
            </a:r>
          </a:p>
          <a:p>
            <a:pPr>
              <a:spcBef>
                <a:spcPts val="800"/>
              </a:spcBef>
              <a:defRPr sz="1400">
                <a:solidFill>
                  <a:srgbClr val="2D3748"/>
                </a:solidFill>
              </a:defRPr>
            </a:pPr>
            <a:r>
              <a:t>Wang, J. ML model monitoring and re-training: When and How? Medium.</a:t>
            </a:r>
          </a:p>
          <a:p>
            <a:pPr>
              <a:spcBef>
                <a:spcPts val="800"/>
              </a:spcBef>
              <a:defRPr sz="1400">
                <a:solidFill>
                  <a:srgbClr val="2D3748"/>
                </a:solidFill>
              </a:defRPr>
            </a:pPr>
            <a:r>
              <a:t>Wisecube AI. Why Continuous Monitoring is Essential for Maintaining AI Integrity.</a:t>
            </a:r>
          </a:p>
          <a:p>
            <a:pPr>
              <a:spcBef>
                <a:spcPts val="800"/>
              </a:spcBef>
              <a:defRPr sz="1400">
                <a:solidFill>
                  <a:srgbClr val="2D3748"/>
                </a:solidFill>
              </a:defRPr>
            </a:pPr>
            <a:r>
              <a:t>Microsoft Responsible AI Toolbox — https://www.microsoft.com/en-us/ai/responsible-ai</a:t>
            </a:r>
          </a:p>
          <a:p>
            <a:pPr>
              <a:spcBef>
                <a:spcPts val="800"/>
              </a:spcBef>
              <a:defRPr sz="1400">
                <a:solidFill>
                  <a:srgbClr val="2D3748"/>
                </a:solidFill>
              </a:defRPr>
            </a:pPr>
            <a:r>
              <a:t>SentinelOneX AI Ethics Statement — Assignment 1.3.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